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3" r:id="rId4"/>
    <p:sldMasterId id="2147484218" r:id="rId5"/>
  </p:sldMasterIdLst>
  <p:notesMasterIdLst>
    <p:notesMasterId r:id="rId26"/>
  </p:notesMasterIdLst>
  <p:handoutMasterIdLst>
    <p:handoutMasterId r:id="rId27"/>
  </p:handoutMasterIdLst>
  <p:sldIdLst>
    <p:sldId id="256" r:id="rId6"/>
    <p:sldId id="314" r:id="rId7"/>
    <p:sldId id="315" r:id="rId8"/>
    <p:sldId id="316" r:id="rId9"/>
    <p:sldId id="318" r:id="rId10"/>
    <p:sldId id="319" r:id="rId11"/>
    <p:sldId id="320" r:id="rId12"/>
    <p:sldId id="321" r:id="rId13"/>
    <p:sldId id="322" r:id="rId14"/>
    <p:sldId id="323" r:id="rId15"/>
    <p:sldId id="324" r:id="rId16"/>
    <p:sldId id="325" r:id="rId17"/>
    <p:sldId id="326" r:id="rId18"/>
    <p:sldId id="327" r:id="rId19"/>
    <p:sldId id="331" r:id="rId20"/>
    <p:sldId id="328" r:id="rId21"/>
    <p:sldId id="329" r:id="rId22"/>
    <p:sldId id="330" r:id="rId23"/>
    <p:sldId id="317" r:id="rId24"/>
    <p:sldId id="281"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76" userDrawn="1">
          <p15:clr>
            <a:srgbClr val="A4A3A4"/>
          </p15:clr>
        </p15:guide>
        <p15:guide id="2" pos="479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EE8512"/>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75" autoAdjust="0"/>
  </p:normalViewPr>
  <p:slideViewPr>
    <p:cSldViewPr showGuides="1">
      <p:cViewPr varScale="1">
        <p:scale>
          <a:sx n="71" d="100"/>
          <a:sy n="71" d="100"/>
        </p:scale>
        <p:origin x="885" y="48"/>
      </p:cViewPr>
      <p:guideLst>
        <p:guide orient="horz" pos="2976"/>
        <p:guide pos="4793"/>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0" d="100"/>
          <a:sy n="90" d="100"/>
        </p:scale>
        <p:origin x="2920" y="21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5/6/2026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7694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AE" dirty="0"/>
          </a:p>
        </p:txBody>
      </p:sp>
    </p:spTree>
    <p:extLst>
      <p:ext uri="{BB962C8B-B14F-4D97-AF65-F5344CB8AC3E}">
        <p14:creationId xmlns:p14="http://schemas.microsoft.com/office/powerpoint/2010/main" val="3467792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53473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f3ed943d1e_1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f3ed943d1e_1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744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800" y="2902867"/>
            <a:ext cx="7637600" cy="26308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8666">
                <a:solidFill>
                  <a:schemeClr val="lt1"/>
                </a:solidFill>
                <a:highlight>
                  <a:schemeClr val="dk2"/>
                </a:highlight>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0" name="Google Shape;10;p2"/>
          <p:cNvSpPr txBox="1">
            <a:spLocks noGrp="1"/>
          </p:cNvSpPr>
          <p:nvPr>
            <p:ph type="subTitle" idx="1"/>
          </p:nvPr>
        </p:nvSpPr>
        <p:spPr>
          <a:xfrm>
            <a:off x="950800" y="5625197"/>
            <a:ext cx="6018800" cy="498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solidFill>
                  <a:schemeClr val="dk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spTree>
    <p:extLst>
      <p:ext uri="{BB962C8B-B14F-4D97-AF65-F5344CB8AC3E}">
        <p14:creationId xmlns:p14="http://schemas.microsoft.com/office/powerpoint/2010/main" val="300880970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950800" y="1814400"/>
            <a:ext cx="7954800" cy="1082800"/>
          </a:xfrm>
          <a:prstGeom prst="rect">
            <a:avLst/>
          </a:prstGeom>
        </p:spPr>
        <p:txBody>
          <a:bodyPr spcFirstLastPara="1" wrap="square" lIns="91425" tIns="91425" rIns="91425" bIns="91425" anchor="ctr" anchorCtr="0">
            <a:noAutofit/>
          </a:bodyPr>
          <a:lstStyle>
            <a:lvl1pPr lvl="0">
              <a:spcBef>
                <a:spcPts val="0"/>
              </a:spcBef>
              <a:spcAft>
                <a:spcPts val="0"/>
              </a:spcAft>
              <a:buSzPts val="5000"/>
              <a:buNone/>
              <a:defRPr sz="6667">
                <a:solidFill>
                  <a:schemeClr val="lt1"/>
                </a:solidFill>
                <a:highlight>
                  <a:schemeClr val="dk2"/>
                </a:highlight>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3" name="Google Shape;13;p3"/>
          <p:cNvSpPr txBox="1">
            <a:spLocks noGrp="1"/>
          </p:cNvSpPr>
          <p:nvPr>
            <p:ph type="title" idx="2" hasCustomPrompt="1"/>
          </p:nvPr>
        </p:nvSpPr>
        <p:spPr>
          <a:xfrm>
            <a:off x="950800" y="724401"/>
            <a:ext cx="1830800" cy="9884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8666">
                <a:solidFill>
                  <a:schemeClr val="dk2"/>
                </a:solidFill>
              </a:defRPr>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14" name="Google Shape;14;p3"/>
          <p:cNvSpPr txBox="1">
            <a:spLocks noGrp="1"/>
          </p:cNvSpPr>
          <p:nvPr>
            <p:ph type="subTitle" idx="1"/>
          </p:nvPr>
        </p:nvSpPr>
        <p:spPr>
          <a:xfrm>
            <a:off x="950800" y="2944667"/>
            <a:ext cx="5933600" cy="53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1"/>
                </a:solidFill>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7046210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solidFill>
                  <a:schemeClr val="lt1"/>
                </a:solidFill>
                <a:highlight>
                  <a:schemeClr val="dk2"/>
                </a:highlight>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r>
              <a:rPr lang="en-US"/>
              <a:t>Click to edit Master title style</a:t>
            </a:r>
            <a:endParaRPr/>
          </a:p>
        </p:txBody>
      </p:sp>
      <p:sp>
        <p:nvSpPr>
          <p:cNvPr id="17" name="Google Shape;17;p4"/>
          <p:cNvSpPr txBox="1">
            <a:spLocks noGrp="1"/>
          </p:cNvSpPr>
          <p:nvPr>
            <p:ph type="body" idx="1"/>
          </p:nvPr>
        </p:nvSpPr>
        <p:spPr>
          <a:xfrm>
            <a:off x="950800" y="1547185"/>
            <a:ext cx="10290400" cy="684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sz="1467"/>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341893246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solidFill>
                  <a:schemeClr val="lt1"/>
                </a:solidFill>
                <a:highlight>
                  <a:schemeClr val="dk2"/>
                </a:highlight>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r>
              <a:rPr lang="en-US"/>
              <a:t>Click to edit Master title style</a:t>
            </a:r>
            <a:endParaRPr/>
          </a:p>
        </p:txBody>
      </p:sp>
      <p:sp>
        <p:nvSpPr>
          <p:cNvPr id="20" name="Google Shape;20;p5"/>
          <p:cNvSpPr txBox="1">
            <a:spLocks noGrp="1"/>
          </p:cNvSpPr>
          <p:nvPr>
            <p:ph type="subTitle" idx="1"/>
          </p:nvPr>
        </p:nvSpPr>
        <p:spPr>
          <a:xfrm>
            <a:off x="2016916" y="3816263"/>
            <a:ext cx="35260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21" name="Google Shape;21;p5"/>
          <p:cNvSpPr txBox="1">
            <a:spLocks noGrp="1"/>
          </p:cNvSpPr>
          <p:nvPr>
            <p:ph type="subTitle" idx="2"/>
          </p:nvPr>
        </p:nvSpPr>
        <p:spPr>
          <a:xfrm>
            <a:off x="2016917" y="4341063"/>
            <a:ext cx="3526000" cy="12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 name="Google Shape;22;p5"/>
          <p:cNvSpPr txBox="1">
            <a:spLocks noGrp="1"/>
          </p:cNvSpPr>
          <p:nvPr>
            <p:ph type="subTitle" idx="3"/>
          </p:nvPr>
        </p:nvSpPr>
        <p:spPr>
          <a:xfrm>
            <a:off x="6649083" y="3816263"/>
            <a:ext cx="35260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23" name="Google Shape;23;p5"/>
          <p:cNvSpPr txBox="1">
            <a:spLocks noGrp="1"/>
          </p:cNvSpPr>
          <p:nvPr>
            <p:ph type="subTitle" idx="4"/>
          </p:nvPr>
        </p:nvSpPr>
        <p:spPr>
          <a:xfrm>
            <a:off x="6649084" y="4341063"/>
            <a:ext cx="3526000" cy="12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58371308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solidFill>
                  <a:schemeClr val="lt1"/>
                </a:solidFill>
                <a:highlight>
                  <a:schemeClr val="dk2"/>
                </a:highlight>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r>
              <a:rPr lang="en-US"/>
              <a:t>Click to edit Master title style</a:t>
            </a:r>
            <a:endParaRPr/>
          </a:p>
        </p:txBody>
      </p:sp>
    </p:spTree>
    <p:extLst>
      <p:ext uri="{BB962C8B-B14F-4D97-AF65-F5344CB8AC3E}">
        <p14:creationId xmlns:p14="http://schemas.microsoft.com/office/powerpoint/2010/main" val="91444752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6266359" y="2189312"/>
            <a:ext cx="4904000" cy="13332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28" name="Google Shape;28;p7"/>
          <p:cNvSpPr txBox="1">
            <a:spLocks noGrp="1"/>
          </p:cNvSpPr>
          <p:nvPr>
            <p:ph type="subTitle" idx="1"/>
          </p:nvPr>
        </p:nvSpPr>
        <p:spPr>
          <a:xfrm>
            <a:off x="6266359" y="3631545"/>
            <a:ext cx="4590000" cy="10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899464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1361560" y="1267433"/>
            <a:ext cx="9469200" cy="1536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9333">
                <a:solidFill>
                  <a:schemeClr val="lt1"/>
                </a:solidFill>
                <a:highlight>
                  <a:schemeClr val="dk2"/>
                </a:highlight>
              </a:defRPr>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103324230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1"/>
        <p:cNvGrpSpPr/>
        <p:nvPr/>
      </p:nvGrpSpPr>
      <p:grpSpPr>
        <a:xfrm>
          <a:off x="0" y="0"/>
          <a:ext cx="0" cy="0"/>
          <a:chOff x="0" y="0"/>
          <a:chExt cx="0" cy="0"/>
        </a:xfrm>
      </p:grpSpPr>
      <p:sp>
        <p:nvSpPr>
          <p:cNvPr id="32" name="Google Shape;32;p9"/>
          <p:cNvSpPr txBox="1">
            <a:spLocks noGrp="1"/>
          </p:cNvSpPr>
          <p:nvPr>
            <p:ph type="subTitle" idx="1"/>
          </p:nvPr>
        </p:nvSpPr>
        <p:spPr>
          <a:xfrm>
            <a:off x="4771467" y="4399667"/>
            <a:ext cx="6467600" cy="1740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33" name="Google Shape;33;p9"/>
          <p:cNvSpPr txBox="1">
            <a:spLocks noGrp="1"/>
          </p:cNvSpPr>
          <p:nvPr>
            <p:ph type="title"/>
          </p:nvPr>
        </p:nvSpPr>
        <p:spPr>
          <a:xfrm>
            <a:off x="6010800" y="3361700"/>
            <a:ext cx="5228400" cy="914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200"/>
              <a:buNone/>
              <a:defRPr sz="4800">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Tree>
    <p:extLst>
      <p:ext uri="{BB962C8B-B14F-4D97-AF65-F5344CB8AC3E}">
        <p14:creationId xmlns:p14="http://schemas.microsoft.com/office/powerpoint/2010/main" val="129405862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4"/>
        <p:cNvGrpSpPr/>
        <p:nvPr/>
      </p:nvGrpSpPr>
      <p:grpSpPr>
        <a:xfrm>
          <a:off x="0" y="0"/>
          <a:ext cx="0" cy="0"/>
          <a:chOff x="0" y="0"/>
          <a:chExt cx="0" cy="0"/>
        </a:xfrm>
      </p:grpSpPr>
      <p:sp>
        <p:nvSpPr>
          <p:cNvPr id="35" name="Google Shape;35;p10"/>
          <p:cNvSpPr txBox="1">
            <a:spLocks noGrp="1"/>
          </p:cNvSpPr>
          <p:nvPr>
            <p:ph type="body" idx="1"/>
          </p:nvPr>
        </p:nvSpPr>
        <p:spPr>
          <a:xfrm>
            <a:off x="1088200" y="5418068"/>
            <a:ext cx="10015600" cy="800000"/>
          </a:xfrm>
          <a:prstGeom prst="rect">
            <a:avLst/>
          </a:prstGeom>
          <a:solidFill>
            <a:schemeClr val="dk2"/>
          </a:solidFill>
        </p:spPr>
        <p:txBody>
          <a:bodyPr spcFirstLastPara="1" wrap="square" lIns="91425" tIns="91425" rIns="91425" bIns="91425" anchor="ctr" anchorCtr="0">
            <a:noAutofit/>
          </a:bodyPr>
          <a:lstStyle>
            <a:lvl1pPr marL="609585" lvl="0" indent="-304792" algn="ctr">
              <a:lnSpc>
                <a:spcPct val="100000"/>
              </a:lnSpc>
              <a:spcBef>
                <a:spcPts val="0"/>
              </a:spcBef>
              <a:spcAft>
                <a:spcPts val="0"/>
              </a:spcAft>
              <a:buSzPts val="1800"/>
              <a:buNone/>
              <a:defRPr sz="4267">
                <a:solidFill>
                  <a:schemeClr val="lt1"/>
                </a:solidFill>
                <a:highlight>
                  <a:schemeClr val="dk2"/>
                </a:highlight>
                <a:latin typeface="Manrope"/>
                <a:ea typeface="Manrope"/>
                <a:cs typeface="Manrope"/>
                <a:sym typeface="Manrope"/>
              </a:defRPr>
            </a:lvl1pPr>
          </a:lstStyle>
          <a:p>
            <a:pPr lvl="0"/>
            <a:r>
              <a:rPr lang="en-US"/>
              <a:t>Click to edit Master text styles</a:t>
            </a:r>
          </a:p>
        </p:txBody>
      </p:sp>
    </p:spTree>
    <p:extLst>
      <p:ext uri="{BB962C8B-B14F-4D97-AF65-F5344CB8AC3E}">
        <p14:creationId xmlns:p14="http://schemas.microsoft.com/office/powerpoint/2010/main" val="18588166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6"/>
        <p:cNvGrpSpPr/>
        <p:nvPr/>
      </p:nvGrpSpPr>
      <p:grpSpPr>
        <a:xfrm>
          <a:off x="0" y="0"/>
          <a:ext cx="0" cy="0"/>
          <a:chOff x="0" y="0"/>
          <a:chExt cx="0" cy="0"/>
        </a:xfrm>
      </p:grpSpPr>
      <p:sp>
        <p:nvSpPr>
          <p:cNvPr id="37" name="Google Shape;37;p11"/>
          <p:cNvSpPr txBox="1">
            <a:spLocks noGrp="1"/>
          </p:cNvSpPr>
          <p:nvPr>
            <p:ph type="title" hasCustomPrompt="1"/>
          </p:nvPr>
        </p:nvSpPr>
        <p:spPr>
          <a:xfrm>
            <a:off x="950800" y="1186963"/>
            <a:ext cx="8604000" cy="1720800"/>
          </a:xfrm>
          <a:prstGeom prst="rect">
            <a:avLst/>
          </a:prstGeom>
        </p:spPr>
        <p:txBody>
          <a:bodyPr spcFirstLastPara="1" wrap="square" lIns="91425" tIns="91425" rIns="91425" bIns="91425" anchor="ctr" anchorCtr="0">
            <a:noAutofit/>
          </a:bodyPr>
          <a:lstStyle>
            <a:lvl1pPr lvl="0">
              <a:spcBef>
                <a:spcPts val="0"/>
              </a:spcBef>
              <a:spcAft>
                <a:spcPts val="0"/>
              </a:spcAft>
              <a:buSzPts val="9000"/>
              <a:buNone/>
              <a:defRPr sz="10666">
                <a:solidFill>
                  <a:schemeClr val="lt1"/>
                </a:solidFill>
                <a:highlight>
                  <a:schemeClr val="dk2"/>
                </a:highlight>
              </a:defRPr>
            </a:lvl1pPr>
            <a:lvl2pPr lvl="1" algn="ctr">
              <a:spcBef>
                <a:spcPts val="0"/>
              </a:spcBef>
              <a:spcAft>
                <a:spcPts val="0"/>
              </a:spcAft>
              <a:buSzPts val="9000"/>
              <a:buNone/>
              <a:defRPr sz="12000"/>
            </a:lvl2pPr>
            <a:lvl3pPr lvl="2" algn="ctr">
              <a:spcBef>
                <a:spcPts val="0"/>
              </a:spcBef>
              <a:spcAft>
                <a:spcPts val="0"/>
              </a:spcAft>
              <a:buSzPts val="9000"/>
              <a:buNone/>
              <a:defRPr sz="12000"/>
            </a:lvl3pPr>
            <a:lvl4pPr lvl="3" algn="ctr">
              <a:spcBef>
                <a:spcPts val="0"/>
              </a:spcBef>
              <a:spcAft>
                <a:spcPts val="0"/>
              </a:spcAft>
              <a:buSzPts val="9000"/>
              <a:buNone/>
              <a:defRPr sz="12000"/>
            </a:lvl4pPr>
            <a:lvl5pPr lvl="4" algn="ctr">
              <a:spcBef>
                <a:spcPts val="0"/>
              </a:spcBef>
              <a:spcAft>
                <a:spcPts val="0"/>
              </a:spcAft>
              <a:buSzPts val="9000"/>
              <a:buNone/>
              <a:defRPr sz="12000"/>
            </a:lvl5pPr>
            <a:lvl6pPr lvl="5" algn="ctr">
              <a:spcBef>
                <a:spcPts val="0"/>
              </a:spcBef>
              <a:spcAft>
                <a:spcPts val="0"/>
              </a:spcAft>
              <a:buSzPts val="9000"/>
              <a:buNone/>
              <a:defRPr sz="12000"/>
            </a:lvl6pPr>
            <a:lvl7pPr lvl="6" algn="ctr">
              <a:spcBef>
                <a:spcPts val="0"/>
              </a:spcBef>
              <a:spcAft>
                <a:spcPts val="0"/>
              </a:spcAft>
              <a:buSzPts val="9000"/>
              <a:buNone/>
              <a:defRPr sz="12000"/>
            </a:lvl7pPr>
            <a:lvl8pPr lvl="7" algn="ctr">
              <a:spcBef>
                <a:spcPts val="0"/>
              </a:spcBef>
              <a:spcAft>
                <a:spcPts val="0"/>
              </a:spcAft>
              <a:buSzPts val="9000"/>
              <a:buNone/>
              <a:defRPr sz="12000"/>
            </a:lvl8pPr>
            <a:lvl9pPr lvl="8" algn="ctr">
              <a:spcBef>
                <a:spcPts val="0"/>
              </a:spcBef>
              <a:spcAft>
                <a:spcPts val="0"/>
              </a:spcAft>
              <a:buSzPts val="9000"/>
              <a:buNone/>
              <a:defRPr sz="12000"/>
            </a:lvl9pPr>
          </a:lstStyle>
          <a:p>
            <a:r>
              <a:t>xx%</a:t>
            </a:r>
          </a:p>
        </p:txBody>
      </p:sp>
      <p:sp>
        <p:nvSpPr>
          <p:cNvPr id="38" name="Google Shape;38;p11"/>
          <p:cNvSpPr txBox="1">
            <a:spLocks noGrp="1"/>
          </p:cNvSpPr>
          <p:nvPr>
            <p:ph type="subTitle" idx="1"/>
          </p:nvPr>
        </p:nvSpPr>
        <p:spPr>
          <a:xfrm>
            <a:off x="950800" y="3099248"/>
            <a:ext cx="5980000" cy="52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40678408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42" name="Google Shape;42;p13"/>
          <p:cNvSpPr txBox="1">
            <a:spLocks noGrp="1"/>
          </p:cNvSpPr>
          <p:nvPr>
            <p:ph type="subTitle" idx="1"/>
          </p:nvPr>
        </p:nvSpPr>
        <p:spPr>
          <a:xfrm>
            <a:off x="1050388" y="2445367"/>
            <a:ext cx="31392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43" name="Google Shape;43;p13"/>
          <p:cNvSpPr txBox="1">
            <a:spLocks noGrp="1"/>
          </p:cNvSpPr>
          <p:nvPr>
            <p:ph type="subTitle" idx="2"/>
          </p:nvPr>
        </p:nvSpPr>
        <p:spPr>
          <a:xfrm>
            <a:off x="1050388" y="2970167"/>
            <a:ext cx="313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 name="Google Shape;44;p13"/>
          <p:cNvSpPr txBox="1">
            <a:spLocks noGrp="1"/>
          </p:cNvSpPr>
          <p:nvPr>
            <p:ph type="title" idx="3" hasCustomPrompt="1"/>
          </p:nvPr>
        </p:nvSpPr>
        <p:spPr>
          <a:xfrm>
            <a:off x="1810000" y="1873099"/>
            <a:ext cx="1620000" cy="57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solidFill>
                  <a:schemeClr val="dk2"/>
                </a:solidFill>
              </a:defRPr>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t>xx%</a:t>
            </a:r>
          </a:p>
        </p:txBody>
      </p:sp>
      <p:sp>
        <p:nvSpPr>
          <p:cNvPr id="45" name="Google Shape;45;p13"/>
          <p:cNvSpPr txBox="1">
            <a:spLocks noGrp="1"/>
          </p:cNvSpPr>
          <p:nvPr>
            <p:ph type="subTitle" idx="4"/>
          </p:nvPr>
        </p:nvSpPr>
        <p:spPr>
          <a:xfrm>
            <a:off x="4526388" y="2445367"/>
            <a:ext cx="31392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46" name="Google Shape;46;p13"/>
          <p:cNvSpPr txBox="1">
            <a:spLocks noGrp="1"/>
          </p:cNvSpPr>
          <p:nvPr>
            <p:ph type="subTitle" idx="5"/>
          </p:nvPr>
        </p:nvSpPr>
        <p:spPr>
          <a:xfrm>
            <a:off x="4526388" y="2970167"/>
            <a:ext cx="313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 name="Google Shape;47;p13"/>
          <p:cNvSpPr txBox="1">
            <a:spLocks noGrp="1"/>
          </p:cNvSpPr>
          <p:nvPr>
            <p:ph type="title" idx="6" hasCustomPrompt="1"/>
          </p:nvPr>
        </p:nvSpPr>
        <p:spPr>
          <a:xfrm>
            <a:off x="5286000" y="1873099"/>
            <a:ext cx="1620000" cy="57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solidFill>
                  <a:schemeClr val="dk2"/>
                </a:solidFill>
              </a:defRPr>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t>xx%</a:t>
            </a:r>
          </a:p>
        </p:txBody>
      </p:sp>
      <p:sp>
        <p:nvSpPr>
          <p:cNvPr id="48" name="Google Shape;48;p13"/>
          <p:cNvSpPr txBox="1">
            <a:spLocks noGrp="1"/>
          </p:cNvSpPr>
          <p:nvPr>
            <p:ph type="subTitle" idx="7"/>
          </p:nvPr>
        </p:nvSpPr>
        <p:spPr>
          <a:xfrm>
            <a:off x="8002388" y="2445367"/>
            <a:ext cx="31392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49" name="Google Shape;49;p13"/>
          <p:cNvSpPr txBox="1">
            <a:spLocks noGrp="1"/>
          </p:cNvSpPr>
          <p:nvPr>
            <p:ph type="subTitle" idx="8"/>
          </p:nvPr>
        </p:nvSpPr>
        <p:spPr>
          <a:xfrm>
            <a:off x="8002388" y="2970167"/>
            <a:ext cx="313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0" name="Google Shape;50;p13"/>
          <p:cNvSpPr txBox="1">
            <a:spLocks noGrp="1"/>
          </p:cNvSpPr>
          <p:nvPr>
            <p:ph type="title" idx="9" hasCustomPrompt="1"/>
          </p:nvPr>
        </p:nvSpPr>
        <p:spPr>
          <a:xfrm>
            <a:off x="8762000" y="1873099"/>
            <a:ext cx="1620000" cy="57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solidFill>
                  <a:schemeClr val="dk2"/>
                </a:solidFill>
              </a:defRPr>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t>xx%</a:t>
            </a:r>
          </a:p>
        </p:txBody>
      </p:sp>
      <p:sp>
        <p:nvSpPr>
          <p:cNvPr id="51" name="Google Shape;51;p13"/>
          <p:cNvSpPr txBox="1">
            <a:spLocks noGrp="1"/>
          </p:cNvSpPr>
          <p:nvPr>
            <p:ph type="subTitle" idx="13"/>
          </p:nvPr>
        </p:nvSpPr>
        <p:spPr>
          <a:xfrm>
            <a:off x="1050388" y="4689128"/>
            <a:ext cx="31392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52" name="Google Shape;52;p13"/>
          <p:cNvSpPr txBox="1">
            <a:spLocks noGrp="1"/>
          </p:cNvSpPr>
          <p:nvPr>
            <p:ph type="subTitle" idx="14"/>
          </p:nvPr>
        </p:nvSpPr>
        <p:spPr>
          <a:xfrm>
            <a:off x="1050388" y="5213928"/>
            <a:ext cx="313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3" name="Google Shape;53;p13"/>
          <p:cNvSpPr txBox="1">
            <a:spLocks noGrp="1"/>
          </p:cNvSpPr>
          <p:nvPr>
            <p:ph type="title" idx="15" hasCustomPrompt="1"/>
          </p:nvPr>
        </p:nvSpPr>
        <p:spPr>
          <a:xfrm>
            <a:off x="1810000" y="4116917"/>
            <a:ext cx="1620000" cy="57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solidFill>
                  <a:schemeClr val="dk2"/>
                </a:solidFill>
              </a:defRPr>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t>xx%</a:t>
            </a:r>
          </a:p>
        </p:txBody>
      </p:sp>
      <p:sp>
        <p:nvSpPr>
          <p:cNvPr id="54" name="Google Shape;54;p13"/>
          <p:cNvSpPr txBox="1">
            <a:spLocks noGrp="1"/>
          </p:cNvSpPr>
          <p:nvPr>
            <p:ph type="subTitle" idx="16"/>
          </p:nvPr>
        </p:nvSpPr>
        <p:spPr>
          <a:xfrm>
            <a:off x="4526388" y="4689128"/>
            <a:ext cx="31392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55" name="Google Shape;55;p13"/>
          <p:cNvSpPr txBox="1">
            <a:spLocks noGrp="1"/>
          </p:cNvSpPr>
          <p:nvPr>
            <p:ph type="subTitle" idx="17"/>
          </p:nvPr>
        </p:nvSpPr>
        <p:spPr>
          <a:xfrm>
            <a:off x="4526388" y="5213928"/>
            <a:ext cx="313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6" name="Google Shape;56;p13"/>
          <p:cNvSpPr txBox="1">
            <a:spLocks noGrp="1"/>
          </p:cNvSpPr>
          <p:nvPr>
            <p:ph type="title" idx="18" hasCustomPrompt="1"/>
          </p:nvPr>
        </p:nvSpPr>
        <p:spPr>
          <a:xfrm>
            <a:off x="5286000" y="4116917"/>
            <a:ext cx="1620000" cy="57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solidFill>
                  <a:schemeClr val="dk2"/>
                </a:solidFill>
              </a:defRPr>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t>xx%</a:t>
            </a:r>
          </a:p>
        </p:txBody>
      </p:sp>
      <p:sp>
        <p:nvSpPr>
          <p:cNvPr id="57" name="Google Shape;57;p13"/>
          <p:cNvSpPr txBox="1">
            <a:spLocks noGrp="1"/>
          </p:cNvSpPr>
          <p:nvPr>
            <p:ph type="subTitle" idx="19"/>
          </p:nvPr>
        </p:nvSpPr>
        <p:spPr>
          <a:xfrm>
            <a:off x="8002388" y="4689128"/>
            <a:ext cx="31392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58" name="Google Shape;58;p13"/>
          <p:cNvSpPr txBox="1">
            <a:spLocks noGrp="1"/>
          </p:cNvSpPr>
          <p:nvPr>
            <p:ph type="subTitle" idx="20"/>
          </p:nvPr>
        </p:nvSpPr>
        <p:spPr>
          <a:xfrm>
            <a:off x="8002388" y="5213928"/>
            <a:ext cx="313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9" name="Google Shape;59;p13"/>
          <p:cNvSpPr txBox="1">
            <a:spLocks noGrp="1"/>
          </p:cNvSpPr>
          <p:nvPr>
            <p:ph type="title" idx="21" hasCustomPrompt="1"/>
          </p:nvPr>
        </p:nvSpPr>
        <p:spPr>
          <a:xfrm>
            <a:off x="8762000" y="4116917"/>
            <a:ext cx="1620000" cy="57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3200">
                <a:solidFill>
                  <a:schemeClr val="dk2"/>
                </a:solidFill>
              </a:defRPr>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t>xx%</a:t>
            </a:r>
          </a:p>
        </p:txBody>
      </p:sp>
    </p:spTree>
    <p:extLst>
      <p:ext uri="{BB962C8B-B14F-4D97-AF65-F5344CB8AC3E}">
        <p14:creationId xmlns:p14="http://schemas.microsoft.com/office/powerpoint/2010/main" val="124661282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286400" y="4473465"/>
            <a:ext cx="7954800" cy="1082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000"/>
              <a:buNone/>
              <a:defRPr sz="6667">
                <a:solidFill>
                  <a:schemeClr val="lt2"/>
                </a:solidFill>
                <a:highlight>
                  <a:schemeClr val="dk2"/>
                </a:highlight>
              </a:defRPr>
            </a:lvl1pPr>
            <a:lvl2pPr lvl="1" algn="r" rtl="0">
              <a:spcBef>
                <a:spcPts val="0"/>
              </a:spcBef>
              <a:spcAft>
                <a:spcPts val="0"/>
              </a:spcAft>
              <a:buSzPts val="3600"/>
              <a:buNone/>
              <a:defRPr sz="4800"/>
            </a:lvl2pPr>
            <a:lvl3pPr lvl="2" algn="r" rtl="0">
              <a:spcBef>
                <a:spcPts val="0"/>
              </a:spcBef>
              <a:spcAft>
                <a:spcPts val="0"/>
              </a:spcAft>
              <a:buSzPts val="3600"/>
              <a:buNone/>
              <a:defRPr sz="4800"/>
            </a:lvl3pPr>
            <a:lvl4pPr lvl="3" algn="r" rtl="0">
              <a:spcBef>
                <a:spcPts val="0"/>
              </a:spcBef>
              <a:spcAft>
                <a:spcPts val="0"/>
              </a:spcAft>
              <a:buSzPts val="3600"/>
              <a:buNone/>
              <a:defRPr sz="4800"/>
            </a:lvl4pPr>
            <a:lvl5pPr lvl="4" algn="r" rtl="0">
              <a:spcBef>
                <a:spcPts val="0"/>
              </a:spcBef>
              <a:spcAft>
                <a:spcPts val="0"/>
              </a:spcAft>
              <a:buSzPts val="3600"/>
              <a:buNone/>
              <a:defRPr sz="4800"/>
            </a:lvl5pPr>
            <a:lvl6pPr lvl="5" algn="r" rtl="0">
              <a:spcBef>
                <a:spcPts val="0"/>
              </a:spcBef>
              <a:spcAft>
                <a:spcPts val="0"/>
              </a:spcAft>
              <a:buSzPts val="3600"/>
              <a:buNone/>
              <a:defRPr sz="4800"/>
            </a:lvl6pPr>
            <a:lvl7pPr lvl="6" algn="r" rtl="0">
              <a:spcBef>
                <a:spcPts val="0"/>
              </a:spcBef>
              <a:spcAft>
                <a:spcPts val="0"/>
              </a:spcAft>
              <a:buSzPts val="3600"/>
              <a:buNone/>
              <a:defRPr sz="4800"/>
            </a:lvl7pPr>
            <a:lvl8pPr lvl="7" algn="r" rtl="0">
              <a:spcBef>
                <a:spcPts val="0"/>
              </a:spcBef>
              <a:spcAft>
                <a:spcPts val="0"/>
              </a:spcAft>
              <a:buSzPts val="3600"/>
              <a:buNone/>
              <a:defRPr sz="4800"/>
            </a:lvl8pPr>
            <a:lvl9pPr lvl="8" algn="r" rtl="0">
              <a:spcBef>
                <a:spcPts val="0"/>
              </a:spcBef>
              <a:spcAft>
                <a:spcPts val="0"/>
              </a:spcAft>
              <a:buSzPts val="3600"/>
              <a:buNone/>
              <a:defRPr sz="4800"/>
            </a:lvl9pPr>
          </a:lstStyle>
          <a:p>
            <a:r>
              <a:rPr lang="en-US"/>
              <a:t>Click to edit Master title style</a:t>
            </a:r>
            <a:endParaRPr/>
          </a:p>
        </p:txBody>
      </p:sp>
      <p:sp>
        <p:nvSpPr>
          <p:cNvPr id="62" name="Google Shape;62;p14"/>
          <p:cNvSpPr txBox="1">
            <a:spLocks noGrp="1"/>
          </p:cNvSpPr>
          <p:nvPr>
            <p:ph type="title" idx="2" hasCustomPrompt="1"/>
          </p:nvPr>
        </p:nvSpPr>
        <p:spPr>
          <a:xfrm>
            <a:off x="9410400" y="3383467"/>
            <a:ext cx="1830800" cy="988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000"/>
              <a:buNone/>
              <a:defRPr sz="8666">
                <a:solidFill>
                  <a:schemeClr val="dk2"/>
                </a:solidFill>
              </a:defRPr>
            </a:lvl1pPr>
            <a:lvl2pPr lvl="1" algn="r" rtl="0">
              <a:spcBef>
                <a:spcPts val="0"/>
              </a:spcBef>
              <a:spcAft>
                <a:spcPts val="0"/>
              </a:spcAft>
              <a:buSzPts val="5000"/>
              <a:buNone/>
              <a:defRPr sz="6667"/>
            </a:lvl2pPr>
            <a:lvl3pPr lvl="2" algn="r" rtl="0">
              <a:spcBef>
                <a:spcPts val="0"/>
              </a:spcBef>
              <a:spcAft>
                <a:spcPts val="0"/>
              </a:spcAft>
              <a:buSzPts val="5000"/>
              <a:buNone/>
              <a:defRPr sz="6667"/>
            </a:lvl3pPr>
            <a:lvl4pPr lvl="3" algn="r" rtl="0">
              <a:spcBef>
                <a:spcPts val="0"/>
              </a:spcBef>
              <a:spcAft>
                <a:spcPts val="0"/>
              </a:spcAft>
              <a:buSzPts val="5000"/>
              <a:buNone/>
              <a:defRPr sz="6667"/>
            </a:lvl4pPr>
            <a:lvl5pPr lvl="4" algn="r" rtl="0">
              <a:spcBef>
                <a:spcPts val="0"/>
              </a:spcBef>
              <a:spcAft>
                <a:spcPts val="0"/>
              </a:spcAft>
              <a:buSzPts val="5000"/>
              <a:buNone/>
              <a:defRPr sz="6667"/>
            </a:lvl5pPr>
            <a:lvl6pPr lvl="5" algn="r" rtl="0">
              <a:spcBef>
                <a:spcPts val="0"/>
              </a:spcBef>
              <a:spcAft>
                <a:spcPts val="0"/>
              </a:spcAft>
              <a:buSzPts val="5000"/>
              <a:buNone/>
              <a:defRPr sz="6667"/>
            </a:lvl6pPr>
            <a:lvl7pPr lvl="6" algn="r" rtl="0">
              <a:spcBef>
                <a:spcPts val="0"/>
              </a:spcBef>
              <a:spcAft>
                <a:spcPts val="0"/>
              </a:spcAft>
              <a:buSzPts val="5000"/>
              <a:buNone/>
              <a:defRPr sz="6667"/>
            </a:lvl7pPr>
            <a:lvl8pPr lvl="7" algn="r" rtl="0">
              <a:spcBef>
                <a:spcPts val="0"/>
              </a:spcBef>
              <a:spcAft>
                <a:spcPts val="0"/>
              </a:spcAft>
              <a:buSzPts val="5000"/>
              <a:buNone/>
              <a:defRPr sz="6667"/>
            </a:lvl8pPr>
            <a:lvl9pPr lvl="8" algn="r" rtl="0">
              <a:spcBef>
                <a:spcPts val="0"/>
              </a:spcBef>
              <a:spcAft>
                <a:spcPts val="0"/>
              </a:spcAft>
              <a:buSzPts val="5000"/>
              <a:buNone/>
              <a:defRPr sz="6667"/>
            </a:lvl9pPr>
          </a:lstStyle>
          <a:p>
            <a:r>
              <a:t>xx%</a:t>
            </a:r>
          </a:p>
        </p:txBody>
      </p:sp>
      <p:sp>
        <p:nvSpPr>
          <p:cNvPr id="63" name="Google Shape;63;p14"/>
          <p:cNvSpPr txBox="1">
            <a:spLocks noGrp="1"/>
          </p:cNvSpPr>
          <p:nvPr>
            <p:ph type="subTitle" idx="1"/>
          </p:nvPr>
        </p:nvSpPr>
        <p:spPr>
          <a:xfrm>
            <a:off x="5307600" y="5603732"/>
            <a:ext cx="5933600" cy="539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solidFill>
                  <a:schemeClr val="dk1"/>
                </a:solidFill>
              </a:defRPr>
            </a:lvl1pPr>
            <a:lvl2pPr lvl="1" algn="r" rtl="0">
              <a:lnSpc>
                <a:spcPct val="100000"/>
              </a:lnSpc>
              <a:spcBef>
                <a:spcPts val="0"/>
              </a:spcBef>
              <a:spcAft>
                <a:spcPts val="0"/>
              </a:spcAft>
              <a:buSzPts val="1800"/>
              <a:buNone/>
              <a:defRPr sz="2400"/>
            </a:lvl2pPr>
            <a:lvl3pPr lvl="2" algn="r" rtl="0">
              <a:lnSpc>
                <a:spcPct val="100000"/>
              </a:lnSpc>
              <a:spcBef>
                <a:spcPts val="0"/>
              </a:spcBef>
              <a:spcAft>
                <a:spcPts val="0"/>
              </a:spcAft>
              <a:buSzPts val="1800"/>
              <a:buNone/>
              <a:defRPr sz="2400"/>
            </a:lvl3pPr>
            <a:lvl4pPr lvl="3" algn="r" rtl="0">
              <a:lnSpc>
                <a:spcPct val="100000"/>
              </a:lnSpc>
              <a:spcBef>
                <a:spcPts val="0"/>
              </a:spcBef>
              <a:spcAft>
                <a:spcPts val="0"/>
              </a:spcAft>
              <a:buSzPts val="1800"/>
              <a:buNone/>
              <a:defRPr sz="2400"/>
            </a:lvl4pPr>
            <a:lvl5pPr lvl="4" algn="r" rtl="0">
              <a:lnSpc>
                <a:spcPct val="100000"/>
              </a:lnSpc>
              <a:spcBef>
                <a:spcPts val="0"/>
              </a:spcBef>
              <a:spcAft>
                <a:spcPts val="0"/>
              </a:spcAft>
              <a:buSzPts val="1800"/>
              <a:buNone/>
              <a:defRPr sz="2400"/>
            </a:lvl5pPr>
            <a:lvl6pPr lvl="5" algn="r" rtl="0">
              <a:lnSpc>
                <a:spcPct val="100000"/>
              </a:lnSpc>
              <a:spcBef>
                <a:spcPts val="0"/>
              </a:spcBef>
              <a:spcAft>
                <a:spcPts val="0"/>
              </a:spcAft>
              <a:buSzPts val="1800"/>
              <a:buNone/>
              <a:defRPr sz="2400"/>
            </a:lvl6pPr>
            <a:lvl7pPr lvl="6" algn="r" rtl="0">
              <a:lnSpc>
                <a:spcPct val="100000"/>
              </a:lnSpc>
              <a:spcBef>
                <a:spcPts val="0"/>
              </a:spcBef>
              <a:spcAft>
                <a:spcPts val="0"/>
              </a:spcAft>
              <a:buSzPts val="1800"/>
              <a:buNone/>
              <a:defRPr sz="2400"/>
            </a:lvl7pPr>
            <a:lvl8pPr lvl="7" algn="r" rtl="0">
              <a:lnSpc>
                <a:spcPct val="100000"/>
              </a:lnSpc>
              <a:spcBef>
                <a:spcPts val="0"/>
              </a:spcBef>
              <a:spcAft>
                <a:spcPts val="0"/>
              </a:spcAft>
              <a:buSzPts val="1800"/>
              <a:buNone/>
              <a:defRPr sz="2400"/>
            </a:lvl8pPr>
            <a:lvl9pPr lvl="8" algn="r" rtl="0">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236713918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950800" y="4468917"/>
            <a:ext cx="7954800" cy="10828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6667">
                <a:solidFill>
                  <a:schemeClr val="lt2"/>
                </a:solidFill>
                <a:highlight>
                  <a:schemeClr val="dk2"/>
                </a:highlight>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66" name="Google Shape;66;p15"/>
          <p:cNvSpPr txBox="1">
            <a:spLocks noGrp="1"/>
          </p:cNvSpPr>
          <p:nvPr>
            <p:ph type="title" idx="2" hasCustomPrompt="1"/>
          </p:nvPr>
        </p:nvSpPr>
        <p:spPr>
          <a:xfrm>
            <a:off x="950800" y="3378919"/>
            <a:ext cx="1830800" cy="9884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8666">
                <a:solidFill>
                  <a:schemeClr val="dk2"/>
                </a:solidFill>
              </a:defRPr>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7" name="Google Shape;67;p15"/>
          <p:cNvSpPr txBox="1">
            <a:spLocks noGrp="1"/>
          </p:cNvSpPr>
          <p:nvPr>
            <p:ph type="subTitle" idx="1"/>
          </p:nvPr>
        </p:nvSpPr>
        <p:spPr>
          <a:xfrm>
            <a:off x="950800" y="5599184"/>
            <a:ext cx="5933600" cy="53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1"/>
                </a:solidFill>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398542685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3">
  <p:cSld name="Section header 3">
    <p:bg>
      <p:bgPr>
        <a:solidFill>
          <a:schemeClr val="lt1"/>
        </a:solidFill>
        <a:effectLst/>
      </p:bgPr>
    </p:bg>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3286400" y="1809199"/>
            <a:ext cx="7954800" cy="1082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000"/>
              <a:buNone/>
              <a:defRPr sz="6667">
                <a:solidFill>
                  <a:schemeClr val="lt2"/>
                </a:solidFill>
                <a:highlight>
                  <a:schemeClr val="dk2"/>
                </a:highlight>
              </a:defRPr>
            </a:lvl1pPr>
            <a:lvl2pPr lvl="1" algn="r" rtl="0">
              <a:spcBef>
                <a:spcPts val="0"/>
              </a:spcBef>
              <a:spcAft>
                <a:spcPts val="0"/>
              </a:spcAft>
              <a:buSzPts val="3600"/>
              <a:buNone/>
              <a:defRPr sz="4800"/>
            </a:lvl2pPr>
            <a:lvl3pPr lvl="2" algn="r" rtl="0">
              <a:spcBef>
                <a:spcPts val="0"/>
              </a:spcBef>
              <a:spcAft>
                <a:spcPts val="0"/>
              </a:spcAft>
              <a:buSzPts val="3600"/>
              <a:buNone/>
              <a:defRPr sz="4800"/>
            </a:lvl3pPr>
            <a:lvl4pPr lvl="3" algn="r" rtl="0">
              <a:spcBef>
                <a:spcPts val="0"/>
              </a:spcBef>
              <a:spcAft>
                <a:spcPts val="0"/>
              </a:spcAft>
              <a:buSzPts val="3600"/>
              <a:buNone/>
              <a:defRPr sz="4800"/>
            </a:lvl4pPr>
            <a:lvl5pPr lvl="4" algn="r" rtl="0">
              <a:spcBef>
                <a:spcPts val="0"/>
              </a:spcBef>
              <a:spcAft>
                <a:spcPts val="0"/>
              </a:spcAft>
              <a:buSzPts val="3600"/>
              <a:buNone/>
              <a:defRPr sz="4800"/>
            </a:lvl5pPr>
            <a:lvl6pPr lvl="5" algn="r" rtl="0">
              <a:spcBef>
                <a:spcPts val="0"/>
              </a:spcBef>
              <a:spcAft>
                <a:spcPts val="0"/>
              </a:spcAft>
              <a:buSzPts val="3600"/>
              <a:buNone/>
              <a:defRPr sz="4800"/>
            </a:lvl6pPr>
            <a:lvl7pPr lvl="6" algn="r" rtl="0">
              <a:spcBef>
                <a:spcPts val="0"/>
              </a:spcBef>
              <a:spcAft>
                <a:spcPts val="0"/>
              </a:spcAft>
              <a:buSzPts val="3600"/>
              <a:buNone/>
              <a:defRPr sz="4800"/>
            </a:lvl7pPr>
            <a:lvl8pPr lvl="7" algn="r" rtl="0">
              <a:spcBef>
                <a:spcPts val="0"/>
              </a:spcBef>
              <a:spcAft>
                <a:spcPts val="0"/>
              </a:spcAft>
              <a:buSzPts val="3600"/>
              <a:buNone/>
              <a:defRPr sz="4800"/>
            </a:lvl8pPr>
            <a:lvl9pPr lvl="8" algn="r" rtl="0">
              <a:spcBef>
                <a:spcPts val="0"/>
              </a:spcBef>
              <a:spcAft>
                <a:spcPts val="0"/>
              </a:spcAft>
              <a:buSzPts val="3600"/>
              <a:buNone/>
              <a:defRPr sz="4800"/>
            </a:lvl9pPr>
          </a:lstStyle>
          <a:p>
            <a:r>
              <a:rPr lang="en-US"/>
              <a:t>Click to edit Master title style</a:t>
            </a:r>
            <a:endParaRPr/>
          </a:p>
        </p:txBody>
      </p:sp>
      <p:sp>
        <p:nvSpPr>
          <p:cNvPr id="70" name="Google Shape;70;p16"/>
          <p:cNvSpPr txBox="1">
            <a:spLocks noGrp="1"/>
          </p:cNvSpPr>
          <p:nvPr>
            <p:ph type="title" idx="2" hasCustomPrompt="1"/>
          </p:nvPr>
        </p:nvSpPr>
        <p:spPr>
          <a:xfrm>
            <a:off x="9410400" y="719200"/>
            <a:ext cx="1830800" cy="988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000"/>
              <a:buNone/>
              <a:defRPr sz="8666">
                <a:solidFill>
                  <a:schemeClr val="dk2"/>
                </a:solidFill>
              </a:defRPr>
            </a:lvl1pPr>
            <a:lvl2pPr lvl="1" algn="r" rtl="0">
              <a:spcBef>
                <a:spcPts val="0"/>
              </a:spcBef>
              <a:spcAft>
                <a:spcPts val="0"/>
              </a:spcAft>
              <a:buSzPts val="5000"/>
              <a:buNone/>
              <a:defRPr sz="6667"/>
            </a:lvl2pPr>
            <a:lvl3pPr lvl="2" algn="r" rtl="0">
              <a:spcBef>
                <a:spcPts val="0"/>
              </a:spcBef>
              <a:spcAft>
                <a:spcPts val="0"/>
              </a:spcAft>
              <a:buSzPts val="5000"/>
              <a:buNone/>
              <a:defRPr sz="6667"/>
            </a:lvl3pPr>
            <a:lvl4pPr lvl="3" algn="r" rtl="0">
              <a:spcBef>
                <a:spcPts val="0"/>
              </a:spcBef>
              <a:spcAft>
                <a:spcPts val="0"/>
              </a:spcAft>
              <a:buSzPts val="5000"/>
              <a:buNone/>
              <a:defRPr sz="6667"/>
            </a:lvl4pPr>
            <a:lvl5pPr lvl="4" algn="r" rtl="0">
              <a:spcBef>
                <a:spcPts val="0"/>
              </a:spcBef>
              <a:spcAft>
                <a:spcPts val="0"/>
              </a:spcAft>
              <a:buSzPts val="5000"/>
              <a:buNone/>
              <a:defRPr sz="6667"/>
            </a:lvl5pPr>
            <a:lvl6pPr lvl="5" algn="r" rtl="0">
              <a:spcBef>
                <a:spcPts val="0"/>
              </a:spcBef>
              <a:spcAft>
                <a:spcPts val="0"/>
              </a:spcAft>
              <a:buSzPts val="5000"/>
              <a:buNone/>
              <a:defRPr sz="6667"/>
            </a:lvl6pPr>
            <a:lvl7pPr lvl="6" algn="r" rtl="0">
              <a:spcBef>
                <a:spcPts val="0"/>
              </a:spcBef>
              <a:spcAft>
                <a:spcPts val="0"/>
              </a:spcAft>
              <a:buSzPts val="5000"/>
              <a:buNone/>
              <a:defRPr sz="6667"/>
            </a:lvl7pPr>
            <a:lvl8pPr lvl="7" algn="r" rtl="0">
              <a:spcBef>
                <a:spcPts val="0"/>
              </a:spcBef>
              <a:spcAft>
                <a:spcPts val="0"/>
              </a:spcAft>
              <a:buSzPts val="5000"/>
              <a:buNone/>
              <a:defRPr sz="6667"/>
            </a:lvl8pPr>
            <a:lvl9pPr lvl="8" algn="r" rtl="0">
              <a:spcBef>
                <a:spcPts val="0"/>
              </a:spcBef>
              <a:spcAft>
                <a:spcPts val="0"/>
              </a:spcAft>
              <a:buSzPts val="5000"/>
              <a:buNone/>
              <a:defRPr sz="6667"/>
            </a:lvl9pPr>
          </a:lstStyle>
          <a:p>
            <a:r>
              <a:t>xx%</a:t>
            </a:r>
          </a:p>
        </p:txBody>
      </p:sp>
      <p:sp>
        <p:nvSpPr>
          <p:cNvPr id="71" name="Google Shape;71;p16"/>
          <p:cNvSpPr txBox="1">
            <a:spLocks noGrp="1"/>
          </p:cNvSpPr>
          <p:nvPr>
            <p:ph type="subTitle" idx="1"/>
          </p:nvPr>
        </p:nvSpPr>
        <p:spPr>
          <a:xfrm>
            <a:off x="5307600" y="2939465"/>
            <a:ext cx="5933600" cy="539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solidFill>
                  <a:schemeClr val="dk1"/>
                </a:solidFill>
              </a:defRPr>
            </a:lvl1pPr>
            <a:lvl2pPr lvl="1" algn="r" rtl="0">
              <a:lnSpc>
                <a:spcPct val="100000"/>
              </a:lnSpc>
              <a:spcBef>
                <a:spcPts val="0"/>
              </a:spcBef>
              <a:spcAft>
                <a:spcPts val="0"/>
              </a:spcAft>
              <a:buSzPts val="1800"/>
              <a:buNone/>
              <a:defRPr sz="2400"/>
            </a:lvl2pPr>
            <a:lvl3pPr lvl="2" algn="r" rtl="0">
              <a:lnSpc>
                <a:spcPct val="100000"/>
              </a:lnSpc>
              <a:spcBef>
                <a:spcPts val="0"/>
              </a:spcBef>
              <a:spcAft>
                <a:spcPts val="0"/>
              </a:spcAft>
              <a:buSzPts val="1800"/>
              <a:buNone/>
              <a:defRPr sz="2400"/>
            </a:lvl3pPr>
            <a:lvl4pPr lvl="3" algn="r" rtl="0">
              <a:lnSpc>
                <a:spcPct val="100000"/>
              </a:lnSpc>
              <a:spcBef>
                <a:spcPts val="0"/>
              </a:spcBef>
              <a:spcAft>
                <a:spcPts val="0"/>
              </a:spcAft>
              <a:buSzPts val="1800"/>
              <a:buNone/>
              <a:defRPr sz="2400"/>
            </a:lvl4pPr>
            <a:lvl5pPr lvl="4" algn="r" rtl="0">
              <a:lnSpc>
                <a:spcPct val="100000"/>
              </a:lnSpc>
              <a:spcBef>
                <a:spcPts val="0"/>
              </a:spcBef>
              <a:spcAft>
                <a:spcPts val="0"/>
              </a:spcAft>
              <a:buSzPts val="1800"/>
              <a:buNone/>
              <a:defRPr sz="2400"/>
            </a:lvl5pPr>
            <a:lvl6pPr lvl="5" algn="r" rtl="0">
              <a:lnSpc>
                <a:spcPct val="100000"/>
              </a:lnSpc>
              <a:spcBef>
                <a:spcPts val="0"/>
              </a:spcBef>
              <a:spcAft>
                <a:spcPts val="0"/>
              </a:spcAft>
              <a:buSzPts val="1800"/>
              <a:buNone/>
              <a:defRPr sz="2400"/>
            </a:lvl6pPr>
            <a:lvl7pPr lvl="6" algn="r" rtl="0">
              <a:lnSpc>
                <a:spcPct val="100000"/>
              </a:lnSpc>
              <a:spcBef>
                <a:spcPts val="0"/>
              </a:spcBef>
              <a:spcAft>
                <a:spcPts val="0"/>
              </a:spcAft>
              <a:buSzPts val="1800"/>
              <a:buNone/>
              <a:defRPr sz="2400"/>
            </a:lvl7pPr>
            <a:lvl8pPr lvl="7" algn="r" rtl="0">
              <a:lnSpc>
                <a:spcPct val="100000"/>
              </a:lnSpc>
              <a:spcBef>
                <a:spcPts val="0"/>
              </a:spcBef>
              <a:spcAft>
                <a:spcPts val="0"/>
              </a:spcAft>
              <a:buSzPts val="1800"/>
              <a:buNone/>
              <a:defRPr sz="2400"/>
            </a:lvl8pPr>
            <a:lvl9pPr lvl="8" algn="r" rtl="0">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91020392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lt1"/>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2123603" y="1809267"/>
            <a:ext cx="7954800" cy="108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6667">
                <a:solidFill>
                  <a:schemeClr val="lt2"/>
                </a:solidFill>
                <a:highlight>
                  <a:schemeClr val="dk2"/>
                </a:highlight>
              </a:defRPr>
            </a:lvl1pPr>
            <a:lvl2pPr lvl="1" algn="r" rtl="0">
              <a:spcBef>
                <a:spcPts val="0"/>
              </a:spcBef>
              <a:spcAft>
                <a:spcPts val="0"/>
              </a:spcAft>
              <a:buSzPts val="3600"/>
              <a:buNone/>
              <a:defRPr sz="4800"/>
            </a:lvl2pPr>
            <a:lvl3pPr lvl="2" algn="r" rtl="0">
              <a:spcBef>
                <a:spcPts val="0"/>
              </a:spcBef>
              <a:spcAft>
                <a:spcPts val="0"/>
              </a:spcAft>
              <a:buSzPts val="3600"/>
              <a:buNone/>
              <a:defRPr sz="4800"/>
            </a:lvl3pPr>
            <a:lvl4pPr lvl="3" algn="r" rtl="0">
              <a:spcBef>
                <a:spcPts val="0"/>
              </a:spcBef>
              <a:spcAft>
                <a:spcPts val="0"/>
              </a:spcAft>
              <a:buSzPts val="3600"/>
              <a:buNone/>
              <a:defRPr sz="4800"/>
            </a:lvl4pPr>
            <a:lvl5pPr lvl="4" algn="r" rtl="0">
              <a:spcBef>
                <a:spcPts val="0"/>
              </a:spcBef>
              <a:spcAft>
                <a:spcPts val="0"/>
              </a:spcAft>
              <a:buSzPts val="3600"/>
              <a:buNone/>
              <a:defRPr sz="4800"/>
            </a:lvl5pPr>
            <a:lvl6pPr lvl="5" algn="r" rtl="0">
              <a:spcBef>
                <a:spcPts val="0"/>
              </a:spcBef>
              <a:spcAft>
                <a:spcPts val="0"/>
              </a:spcAft>
              <a:buSzPts val="3600"/>
              <a:buNone/>
              <a:defRPr sz="4800"/>
            </a:lvl6pPr>
            <a:lvl7pPr lvl="6" algn="r" rtl="0">
              <a:spcBef>
                <a:spcPts val="0"/>
              </a:spcBef>
              <a:spcAft>
                <a:spcPts val="0"/>
              </a:spcAft>
              <a:buSzPts val="3600"/>
              <a:buNone/>
              <a:defRPr sz="4800"/>
            </a:lvl7pPr>
            <a:lvl8pPr lvl="7" algn="r" rtl="0">
              <a:spcBef>
                <a:spcPts val="0"/>
              </a:spcBef>
              <a:spcAft>
                <a:spcPts val="0"/>
              </a:spcAft>
              <a:buSzPts val="3600"/>
              <a:buNone/>
              <a:defRPr sz="4800"/>
            </a:lvl8pPr>
            <a:lvl9pPr lvl="8" algn="r" rtl="0">
              <a:spcBef>
                <a:spcPts val="0"/>
              </a:spcBef>
              <a:spcAft>
                <a:spcPts val="0"/>
              </a:spcAft>
              <a:buSzPts val="3600"/>
              <a:buNone/>
              <a:defRPr sz="4800"/>
            </a:lvl9pPr>
          </a:lstStyle>
          <a:p>
            <a:r>
              <a:rPr lang="en-US"/>
              <a:t>Click to edit Master title style</a:t>
            </a:r>
            <a:endParaRPr/>
          </a:p>
        </p:txBody>
      </p:sp>
      <p:sp>
        <p:nvSpPr>
          <p:cNvPr id="74" name="Google Shape;74;p17"/>
          <p:cNvSpPr txBox="1">
            <a:spLocks noGrp="1"/>
          </p:cNvSpPr>
          <p:nvPr>
            <p:ph type="title" idx="2" hasCustomPrompt="1"/>
          </p:nvPr>
        </p:nvSpPr>
        <p:spPr>
          <a:xfrm>
            <a:off x="5185603" y="719268"/>
            <a:ext cx="1830800" cy="98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8666">
                <a:solidFill>
                  <a:schemeClr val="dk2"/>
                </a:solidFill>
              </a:defRPr>
            </a:lvl1pPr>
            <a:lvl2pPr lvl="1" algn="r" rtl="0">
              <a:spcBef>
                <a:spcPts val="0"/>
              </a:spcBef>
              <a:spcAft>
                <a:spcPts val="0"/>
              </a:spcAft>
              <a:buSzPts val="5000"/>
              <a:buNone/>
              <a:defRPr sz="6667"/>
            </a:lvl2pPr>
            <a:lvl3pPr lvl="2" algn="r" rtl="0">
              <a:spcBef>
                <a:spcPts val="0"/>
              </a:spcBef>
              <a:spcAft>
                <a:spcPts val="0"/>
              </a:spcAft>
              <a:buSzPts val="5000"/>
              <a:buNone/>
              <a:defRPr sz="6667"/>
            </a:lvl3pPr>
            <a:lvl4pPr lvl="3" algn="r" rtl="0">
              <a:spcBef>
                <a:spcPts val="0"/>
              </a:spcBef>
              <a:spcAft>
                <a:spcPts val="0"/>
              </a:spcAft>
              <a:buSzPts val="5000"/>
              <a:buNone/>
              <a:defRPr sz="6667"/>
            </a:lvl4pPr>
            <a:lvl5pPr lvl="4" algn="r" rtl="0">
              <a:spcBef>
                <a:spcPts val="0"/>
              </a:spcBef>
              <a:spcAft>
                <a:spcPts val="0"/>
              </a:spcAft>
              <a:buSzPts val="5000"/>
              <a:buNone/>
              <a:defRPr sz="6667"/>
            </a:lvl5pPr>
            <a:lvl6pPr lvl="5" algn="r" rtl="0">
              <a:spcBef>
                <a:spcPts val="0"/>
              </a:spcBef>
              <a:spcAft>
                <a:spcPts val="0"/>
              </a:spcAft>
              <a:buSzPts val="5000"/>
              <a:buNone/>
              <a:defRPr sz="6667"/>
            </a:lvl6pPr>
            <a:lvl7pPr lvl="6" algn="r" rtl="0">
              <a:spcBef>
                <a:spcPts val="0"/>
              </a:spcBef>
              <a:spcAft>
                <a:spcPts val="0"/>
              </a:spcAft>
              <a:buSzPts val="5000"/>
              <a:buNone/>
              <a:defRPr sz="6667"/>
            </a:lvl7pPr>
            <a:lvl8pPr lvl="7" algn="r" rtl="0">
              <a:spcBef>
                <a:spcPts val="0"/>
              </a:spcBef>
              <a:spcAft>
                <a:spcPts val="0"/>
              </a:spcAft>
              <a:buSzPts val="5000"/>
              <a:buNone/>
              <a:defRPr sz="6667"/>
            </a:lvl8pPr>
            <a:lvl9pPr lvl="8" algn="r" rtl="0">
              <a:spcBef>
                <a:spcPts val="0"/>
              </a:spcBef>
              <a:spcAft>
                <a:spcPts val="0"/>
              </a:spcAft>
              <a:buSzPts val="5000"/>
              <a:buNone/>
              <a:defRPr sz="6667"/>
            </a:lvl9pPr>
          </a:lstStyle>
          <a:p>
            <a:r>
              <a:t>xx%</a:t>
            </a:r>
          </a:p>
        </p:txBody>
      </p:sp>
      <p:sp>
        <p:nvSpPr>
          <p:cNvPr id="75" name="Google Shape;75;p17"/>
          <p:cNvSpPr txBox="1">
            <a:spLocks noGrp="1"/>
          </p:cNvSpPr>
          <p:nvPr>
            <p:ph type="subTitle" idx="1"/>
          </p:nvPr>
        </p:nvSpPr>
        <p:spPr>
          <a:xfrm>
            <a:off x="3134203" y="2939533"/>
            <a:ext cx="5933600" cy="539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1"/>
                </a:solidFill>
              </a:defRPr>
            </a:lvl1pPr>
            <a:lvl2pPr lvl="1" algn="r" rtl="0">
              <a:lnSpc>
                <a:spcPct val="100000"/>
              </a:lnSpc>
              <a:spcBef>
                <a:spcPts val="0"/>
              </a:spcBef>
              <a:spcAft>
                <a:spcPts val="0"/>
              </a:spcAft>
              <a:buSzPts val="1800"/>
              <a:buNone/>
              <a:defRPr sz="2400"/>
            </a:lvl2pPr>
            <a:lvl3pPr lvl="2" algn="r" rtl="0">
              <a:lnSpc>
                <a:spcPct val="100000"/>
              </a:lnSpc>
              <a:spcBef>
                <a:spcPts val="0"/>
              </a:spcBef>
              <a:spcAft>
                <a:spcPts val="0"/>
              </a:spcAft>
              <a:buSzPts val="1800"/>
              <a:buNone/>
              <a:defRPr sz="2400"/>
            </a:lvl3pPr>
            <a:lvl4pPr lvl="3" algn="r" rtl="0">
              <a:lnSpc>
                <a:spcPct val="100000"/>
              </a:lnSpc>
              <a:spcBef>
                <a:spcPts val="0"/>
              </a:spcBef>
              <a:spcAft>
                <a:spcPts val="0"/>
              </a:spcAft>
              <a:buSzPts val="1800"/>
              <a:buNone/>
              <a:defRPr sz="2400"/>
            </a:lvl4pPr>
            <a:lvl5pPr lvl="4" algn="r" rtl="0">
              <a:lnSpc>
                <a:spcPct val="100000"/>
              </a:lnSpc>
              <a:spcBef>
                <a:spcPts val="0"/>
              </a:spcBef>
              <a:spcAft>
                <a:spcPts val="0"/>
              </a:spcAft>
              <a:buSzPts val="1800"/>
              <a:buNone/>
              <a:defRPr sz="2400"/>
            </a:lvl5pPr>
            <a:lvl6pPr lvl="5" algn="r" rtl="0">
              <a:lnSpc>
                <a:spcPct val="100000"/>
              </a:lnSpc>
              <a:spcBef>
                <a:spcPts val="0"/>
              </a:spcBef>
              <a:spcAft>
                <a:spcPts val="0"/>
              </a:spcAft>
              <a:buSzPts val="1800"/>
              <a:buNone/>
              <a:defRPr sz="2400"/>
            </a:lvl6pPr>
            <a:lvl7pPr lvl="6" algn="r" rtl="0">
              <a:lnSpc>
                <a:spcPct val="100000"/>
              </a:lnSpc>
              <a:spcBef>
                <a:spcPts val="0"/>
              </a:spcBef>
              <a:spcAft>
                <a:spcPts val="0"/>
              </a:spcAft>
              <a:buSzPts val="1800"/>
              <a:buNone/>
              <a:defRPr sz="2400"/>
            </a:lvl7pPr>
            <a:lvl8pPr lvl="7" algn="r" rtl="0">
              <a:lnSpc>
                <a:spcPct val="100000"/>
              </a:lnSpc>
              <a:spcBef>
                <a:spcPts val="0"/>
              </a:spcBef>
              <a:spcAft>
                <a:spcPts val="0"/>
              </a:spcAft>
              <a:buSzPts val="1800"/>
              <a:buNone/>
              <a:defRPr sz="2400"/>
            </a:lvl8pPr>
            <a:lvl9pPr lvl="8" algn="r" rtl="0">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217449946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5">
  <p:cSld name="Section header 5">
    <p:bg>
      <p:bgPr>
        <a:solidFill>
          <a:schemeClr val="lt1"/>
        </a:solidFill>
        <a:effectLst/>
      </p:bgPr>
    </p:bg>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2123603" y="4473465"/>
            <a:ext cx="7954800" cy="108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6667">
                <a:solidFill>
                  <a:schemeClr val="lt2"/>
                </a:solidFill>
                <a:highlight>
                  <a:schemeClr val="dk2"/>
                </a:highlight>
              </a:defRPr>
            </a:lvl1pPr>
            <a:lvl2pPr lvl="1" algn="r" rtl="0">
              <a:spcBef>
                <a:spcPts val="0"/>
              </a:spcBef>
              <a:spcAft>
                <a:spcPts val="0"/>
              </a:spcAft>
              <a:buSzPts val="3600"/>
              <a:buNone/>
              <a:defRPr sz="4800"/>
            </a:lvl2pPr>
            <a:lvl3pPr lvl="2" algn="r" rtl="0">
              <a:spcBef>
                <a:spcPts val="0"/>
              </a:spcBef>
              <a:spcAft>
                <a:spcPts val="0"/>
              </a:spcAft>
              <a:buSzPts val="3600"/>
              <a:buNone/>
              <a:defRPr sz="4800"/>
            </a:lvl3pPr>
            <a:lvl4pPr lvl="3" algn="r" rtl="0">
              <a:spcBef>
                <a:spcPts val="0"/>
              </a:spcBef>
              <a:spcAft>
                <a:spcPts val="0"/>
              </a:spcAft>
              <a:buSzPts val="3600"/>
              <a:buNone/>
              <a:defRPr sz="4800"/>
            </a:lvl4pPr>
            <a:lvl5pPr lvl="4" algn="r" rtl="0">
              <a:spcBef>
                <a:spcPts val="0"/>
              </a:spcBef>
              <a:spcAft>
                <a:spcPts val="0"/>
              </a:spcAft>
              <a:buSzPts val="3600"/>
              <a:buNone/>
              <a:defRPr sz="4800"/>
            </a:lvl5pPr>
            <a:lvl6pPr lvl="5" algn="r" rtl="0">
              <a:spcBef>
                <a:spcPts val="0"/>
              </a:spcBef>
              <a:spcAft>
                <a:spcPts val="0"/>
              </a:spcAft>
              <a:buSzPts val="3600"/>
              <a:buNone/>
              <a:defRPr sz="4800"/>
            </a:lvl6pPr>
            <a:lvl7pPr lvl="6" algn="r" rtl="0">
              <a:spcBef>
                <a:spcPts val="0"/>
              </a:spcBef>
              <a:spcAft>
                <a:spcPts val="0"/>
              </a:spcAft>
              <a:buSzPts val="3600"/>
              <a:buNone/>
              <a:defRPr sz="4800"/>
            </a:lvl7pPr>
            <a:lvl8pPr lvl="7" algn="r" rtl="0">
              <a:spcBef>
                <a:spcPts val="0"/>
              </a:spcBef>
              <a:spcAft>
                <a:spcPts val="0"/>
              </a:spcAft>
              <a:buSzPts val="3600"/>
              <a:buNone/>
              <a:defRPr sz="4800"/>
            </a:lvl8pPr>
            <a:lvl9pPr lvl="8" algn="r" rtl="0">
              <a:spcBef>
                <a:spcPts val="0"/>
              </a:spcBef>
              <a:spcAft>
                <a:spcPts val="0"/>
              </a:spcAft>
              <a:buSzPts val="3600"/>
              <a:buNone/>
              <a:defRPr sz="4800"/>
            </a:lvl9pPr>
          </a:lstStyle>
          <a:p>
            <a:r>
              <a:rPr lang="en-US"/>
              <a:t>Click to edit Master title style</a:t>
            </a:r>
            <a:endParaRPr/>
          </a:p>
        </p:txBody>
      </p:sp>
      <p:sp>
        <p:nvSpPr>
          <p:cNvPr id="78" name="Google Shape;78;p18"/>
          <p:cNvSpPr txBox="1">
            <a:spLocks noGrp="1"/>
          </p:cNvSpPr>
          <p:nvPr>
            <p:ph type="title" idx="2" hasCustomPrompt="1"/>
          </p:nvPr>
        </p:nvSpPr>
        <p:spPr>
          <a:xfrm>
            <a:off x="5185603" y="3383467"/>
            <a:ext cx="1830800" cy="98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8666">
                <a:solidFill>
                  <a:schemeClr val="dk2"/>
                </a:solidFill>
              </a:defRPr>
            </a:lvl1pPr>
            <a:lvl2pPr lvl="1" algn="r" rtl="0">
              <a:spcBef>
                <a:spcPts val="0"/>
              </a:spcBef>
              <a:spcAft>
                <a:spcPts val="0"/>
              </a:spcAft>
              <a:buSzPts val="5000"/>
              <a:buNone/>
              <a:defRPr sz="6667"/>
            </a:lvl2pPr>
            <a:lvl3pPr lvl="2" algn="r" rtl="0">
              <a:spcBef>
                <a:spcPts val="0"/>
              </a:spcBef>
              <a:spcAft>
                <a:spcPts val="0"/>
              </a:spcAft>
              <a:buSzPts val="5000"/>
              <a:buNone/>
              <a:defRPr sz="6667"/>
            </a:lvl3pPr>
            <a:lvl4pPr lvl="3" algn="r" rtl="0">
              <a:spcBef>
                <a:spcPts val="0"/>
              </a:spcBef>
              <a:spcAft>
                <a:spcPts val="0"/>
              </a:spcAft>
              <a:buSzPts val="5000"/>
              <a:buNone/>
              <a:defRPr sz="6667"/>
            </a:lvl4pPr>
            <a:lvl5pPr lvl="4" algn="r" rtl="0">
              <a:spcBef>
                <a:spcPts val="0"/>
              </a:spcBef>
              <a:spcAft>
                <a:spcPts val="0"/>
              </a:spcAft>
              <a:buSzPts val="5000"/>
              <a:buNone/>
              <a:defRPr sz="6667"/>
            </a:lvl5pPr>
            <a:lvl6pPr lvl="5" algn="r" rtl="0">
              <a:spcBef>
                <a:spcPts val="0"/>
              </a:spcBef>
              <a:spcAft>
                <a:spcPts val="0"/>
              </a:spcAft>
              <a:buSzPts val="5000"/>
              <a:buNone/>
              <a:defRPr sz="6667"/>
            </a:lvl6pPr>
            <a:lvl7pPr lvl="6" algn="r" rtl="0">
              <a:spcBef>
                <a:spcPts val="0"/>
              </a:spcBef>
              <a:spcAft>
                <a:spcPts val="0"/>
              </a:spcAft>
              <a:buSzPts val="5000"/>
              <a:buNone/>
              <a:defRPr sz="6667"/>
            </a:lvl7pPr>
            <a:lvl8pPr lvl="7" algn="r" rtl="0">
              <a:spcBef>
                <a:spcPts val="0"/>
              </a:spcBef>
              <a:spcAft>
                <a:spcPts val="0"/>
              </a:spcAft>
              <a:buSzPts val="5000"/>
              <a:buNone/>
              <a:defRPr sz="6667"/>
            </a:lvl8pPr>
            <a:lvl9pPr lvl="8" algn="r" rtl="0">
              <a:spcBef>
                <a:spcPts val="0"/>
              </a:spcBef>
              <a:spcAft>
                <a:spcPts val="0"/>
              </a:spcAft>
              <a:buSzPts val="5000"/>
              <a:buNone/>
              <a:defRPr sz="6667"/>
            </a:lvl9pPr>
          </a:lstStyle>
          <a:p>
            <a:r>
              <a:t>xx%</a:t>
            </a:r>
          </a:p>
        </p:txBody>
      </p:sp>
      <p:sp>
        <p:nvSpPr>
          <p:cNvPr id="79" name="Google Shape;79;p18"/>
          <p:cNvSpPr txBox="1">
            <a:spLocks noGrp="1"/>
          </p:cNvSpPr>
          <p:nvPr>
            <p:ph type="subTitle" idx="1"/>
          </p:nvPr>
        </p:nvSpPr>
        <p:spPr>
          <a:xfrm>
            <a:off x="3134203" y="5603732"/>
            <a:ext cx="5933600" cy="539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1"/>
                </a:solidFill>
              </a:defRPr>
            </a:lvl1pPr>
            <a:lvl2pPr lvl="1" algn="r" rtl="0">
              <a:lnSpc>
                <a:spcPct val="100000"/>
              </a:lnSpc>
              <a:spcBef>
                <a:spcPts val="0"/>
              </a:spcBef>
              <a:spcAft>
                <a:spcPts val="0"/>
              </a:spcAft>
              <a:buSzPts val="1800"/>
              <a:buNone/>
              <a:defRPr sz="2400"/>
            </a:lvl2pPr>
            <a:lvl3pPr lvl="2" algn="r" rtl="0">
              <a:lnSpc>
                <a:spcPct val="100000"/>
              </a:lnSpc>
              <a:spcBef>
                <a:spcPts val="0"/>
              </a:spcBef>
              <a:spcAft>
                <a:spcPts val="0"/>
              </a:spcAft>
              <a:buSzPts val="1800"/>
              <a:buNone/>
              <a:defRPr sz="2400"/>
            </a:lvl3pPr>
            <a:lvl4pPr lvl="3" algn="r" rtl="0">
              <a:lnSpc>
                <a:spcPct val="100000"/>
              </a:lnSpc>
              <a:spcBef>
                <a:spcPts val="0"/>
              </a:spcBef>
              <a:spcAft>
                <a:spcPts val="0"/>
              </a:spcAft>
              <a:buSzPts val="1800"/>
              <a:buNone/>
              <a:defRPr sz="2400"/>
            </a:lvl4pPr>
            <a:lvl5pPr lvl="4" algn="r" rtl="0">
              <a:lnSpc>
                <a:spcPct val="100000"/>
              </a:lnSpc>
              <a:spcBef>
                <a:spcPts val="0"/>
              </a:spcBef>
              <a:spcAft>
                <a:spcPts val="0"/>
              </a:spcAft>
              <a:buSzPts val="1800"/>
              <a:buNone/>
              <a:defRPr sz="2400"/>
            </a:lvl5pPr>
            <a:lvl6pPr lvl="5" algn="r" rtl="0">
              <a:lnSpc>
                <a:spcPct val="100000"/>
              </a:lnSpc>
              <a:spcBef>
                <a:spcPts val="0"/>
              </a:spcBef>
              <a:spcAft>
                <a:spcPts val="0"/>
              </a:spcAft>
              <a:buSzPts val="1800"/>
              <a:buNone/>
              <a:defRPr sz="2400"/>
            </a:lvl6pPr>
            <a:lvl7pPr lvl="6" algn="r" rtl="0">
              <a:lnSpc>
                <a:spcPct val="100000"/>
              </a:lnSpc>
              <a:spcBef>
                <a:spcPts val="0"/>
              </a:spcBef>
              <a:spcAft>
                <a:spcPts val="0"/>
              </a:spcAft>
              <a:buSzPts val="1800"/>
              <a:buNone/>
              <a:defRPr sz="2400"/>
            </a:lvl7pPr>
            <a:lvl8pPr lvl="7" algn="r" rtl="0">
              <a:lnSpc>
                <a:spcPct val="100000"/>
              </a:lnSpc>
              <a:spcBef>
                <a:spcPts val="0"/>
              </a:spcBef>
              <a:spcAft>
                <a:spcPts val="0"/>
              </a:spcAft>
              <a:buSzPts val="1800"/>
              <a:buNone/>
              <a:defRPr sz="2400"/>
            </a:lvl8pPr>
            <a:lvl9pPr lvl="8" algn="r" rtl="0">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367054289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719584" y="3459171"/>
            <a:ext cx="4519600" cy="517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2000"/>
              <a:buNone/>
              <a:defRPr sz="2400">
                <a:solidFill>
                  <a:schemeClr val="lt1"/>
                </a:solidFill>
                <a:highlight>
                  <a:schemeClr val="dk2"/>
                </a:highlight>
              </a:defRPr>
            </a:lvl1pPr>
            <a:lvl2pPr lvl="1" algn="ctr" rtl="0">
              <a:spcBef>
                <a:spcPts val="0"/>
              </a:spcBef>
              <a:spcAft>
                <a:spcPts val="0"/>
              </a:spcAft>
              <a:buClr>
                <a:schemeClr val="lt1"/>
              </a:buClr>
              <a:buSzPts val="2000"/>
              <a:buNone/>
              <a:defRPr sz="2667">
                <a:solidFill>
                  <a:schemeClr val="lt1"/>
                </a:solidFill>
                <a:highlight>
                  <a:schemeClr val="dk2"/>
                </a:highlight>
              </a:defRPr>
            </a:lvl2pPr>
            <a:lvl3pPr lvl="2" algn="ctr" rtl="0">
              <a:spcBef>
                <a:spcPts val="0"/>
              </a:spcBef>
              <a:spcAft>
                <a:spcPts val="0"/>
              </a:spcAft>
              <a:buClr>
                <a:schemeClr val="lt1"/>
              </a:buClr>
              <a:buSzPts val="2000"/>
              <a:buNone/>
              <a:defRPr sz="2667">
                <a:solidFill>
                  <a:schemeClr val="lt1"/>
                </a:solidFill>
                <a:highlight>
                  <a:schemeClr val="dk2"/>
                </a:highlight>
              </a:defRPr>
            </a:lvl3pPr>
            <a:lvl4pPr lvl="3" algn="ctr" rtl="0">
              <a:spcBef>
                <a:spcPts val="0"/>
              </a:spcBef>
              <a:spcAft>
                <a:spcPts val="0"/>
              </a:spcAft>
              <a:buClr>
                <a:schemeClr val="lt1"/>
              </a:buClr>
              <a:buSzPts val="2000"/>
              <a:buNone/>
              <a:defRPr sz="2667">
                <a:solidFill>
                  <a:schemeClr val="lt1"/>
                </a:solidFill>
                <a:highlight>
                  <a:schemeClr val="dk2"/>
                </a:highlight>
              </a:defRPr>
            </a:lvl4pPr>
            <a:lvl5pPr lvl="4" algn="ctr" rtl="0">
              <a:spcBef>
                <a:spcPts val="0"/>
              </a:spcBef>
              <a:spcAft>
                <a:spcPts val="0"/>
              </a:spcAft>
              <a:buClr>
                <a:schemeClr val="lt1"/>
              </a:buClr>
              <a:buSzPts val="2000"/>
              <a:buNone/>
              <a:defRPr sz="2667">
                <a:solidFill>
                  <a:schemeClr val="lt1"/>
                </a:solidFill>
                <a:highlight>
                  <a:schemeClr val="dk2"/>
                </a:highlight>
              </a:defRPr>
            </a:lvl5pPr>
            <a:lvl6pPr lvl="5" algn="ctr" rtl="0">
              <a:spcBef>
                <a:spcPts val="0"/>
              </a:spcBef>
              <a:spcAft>
                <a:spcPts val="0"/>
              </a:spcAft>
              <a:buClr>
                <a:schemeClr val="lt1"/>
              </a:buClr>
              <a:buSzPts val="2000"/>
              <a:buNone/>
              <a:defRPr sz="2667">
                <a:solidFill>
                  <a:schemeClr val="lt1"/>
                </a:solidFill>
                <a:highlight>
                  <a:schemeClr val="dk2"/>
                </a:highlight>
              </a:defRPr>
            </a:lvl6pPr>
            <a:lvl7pPr lvl="6" algn="ctr" rtl="0">
              <a:spcBef>
                <a:spcPts val="0"/>
              </a:spcBef>
              <a:spcAft>
                <a:spcPts val="0"/>
              </a:spcAft>
              <a:buClr>
                <a:schemeClr val="lt1"/>
              </a:buClr>
              <a:buSzPts val="2000"/>
              <a:buNone/>
              <a:defRPr sz="2667">
                <a:solidFill>
                  <a:schemeClr val="lt1"/>
                </a:solidFill>
                <a:highlight>
                  <a:schemeClr val="dk2"/>
                </a:highlight>
              </a:defRPr>
            </a:lvl7pPr>
            <a:lvl8pPr lvl="7" algn="ctr" rtl="0">
              <a:spcBef>
                <a:spcPts val="0"/>
              </a:spcBef>
              <a:spcAft>
                <a:spcPts val="0"/>
              </a:spcAft>
              <a:buClr>
                <a:schemeClr val="lt1"/>
              </a:buClr>
              <a:buSzPts val="2000"/>
              <a:buNone/>
              <a:defRPr sz="2667">
                <a:solidFill>
                  <a:schemeClr val="lt1"/>
                </a:solidFill>
                <a:highlight>
                  <a:schemeClr val="dk2"/>
                </a:highlight>
              </a:defRPr>
            </a:lvl8pPr>
            <a:lvl9pPr lvl="8" algn="ctr" rtl="0">
              <a:spcBef>
                <a:spcPts val="0"/>
              </a:spcBef>
              <a:spcAft>
                <a:spcPts val="0"/>
              </a:spcAft>
              <a:buClr>
                <a:schemeClr val="lt1"/>
              </a:buClr>
              <a:buSzPts val="2000"/>
              <a:buNone/>
              <a:defRPr sz="2667">
                <a:solidFill>
                  <a:schemeClr val="lt1"/>
                </a:solidFill>
                <a:highlight>
                  <a:schemeClr val="dk2"/>
                </a:highlight>
              </a:defRPr>
            </a:lvl9pPr>
          </a:lstStyle>
          <a:p>
            <a:r>
              <a:rPr lang="en-US"/>
              <a:t>Click to edit Master title style</a:t>
            </a:r>
            <a:endParaRPr/>
          </a:p>
        </p:txBody>
      </p:sp>
      <p:sp>
        <p:nvSpPr>
          <p:cNvPr id="82" name="Google Shape;82;p19"/>
          <p:cNvSpPr txBox="1">
            <a:spLocks noGrp="1"/>
          </p:cNvSpPr>
          <p:nvPr>
            <p:ph type="subTitle" idx="1"/>
          </p:nvPr>
        </p:nvSpPr>
        <p:spPr>
          <a:xfrm>
            <a:off x="5428633" y="1104403"/>
            <a:ext cx="5810400" cy="2191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200"/>
              <a:buNone/>
              <a:defRPr sz="3200">
                <a:solidFill>
                  <a:schemeClr val="dk1"/>
                </a:solidFill>
              </a:defRPr>
            </a:lvl1pPr>
            <a:lvl2pPr lvl="1" algn="ctr" rtl="0">
              <a:lnSpc>
                <a:spcPct val="100000"/>
              </a:lnSpc>
              <a:spcBef>
                <a:spcPts val="0"/>
              </a:spcBef>
              <a:spcAft>
                <a:spcPts val="0"/>
              </a:spcAft>
              <a:buSzPts val="2200"/>
              <a:buNone/>
              <a:defRPr sz="2933"/>
            </a:lvl2pPr>
            <a:lvl3pPr lvl="2" algn="ctr" rtl="0">
              <a:lnSpc>
                <a:spcPct val="100000"/>
              </a:lnSpc>
              <a:spcBef>
                <a:spcPts val="0"/>
              </a:spcBef>
              <a:spcAft>
                <a:spcPts val="0"/>
              </a:spcAft>
              <a:buSzPts val="2200"/>
              <a:buNone/>
              <a:defRPr sz="2933"/>
            </a:lvl3pPr>
            <a:lvl4pPr lvl="3" algn="ctr" rtl="0">
              <a:lnSpc>
                <a:spcPct val="100000"/>
              </a:lnSpc>
              <a:spcBef>
                <a:spcPts val="0"/>
              </a:spcBef>
              <a:spcAft>
                <a:spcPts val="0"/>
              </a:spcAft>
              <a:buSzPts val="2200"/>
              <a:buNone/>
              <a:defRPr sz="2933"/>
            </a:lvl4pPr>
            <a:lvl5pPr lvl="4" algn="ctr" rtl="0">
              <a:lnSpc>
                <a:spcPct val="100000"/>
              </a:lnSpc>
              <a:spcBef>
                <a:spcPts val="0"/>
              </a:spcBef>
              <a:spcAft>
                <a:spcPts val="0"/>
              </a:spcAft>
              <a:buSzPts val="2200"/>
              <a:buNone/>
              <a:defRPr sz="2933"/>
            </a:lvl5pPr>
            <a:lvl6pPr lvl="5" algn="ctr" rtl="0">
              <a:lnSpc>
                <a:spcPct val="100000"/>
              </a:lnSpc>
              <a:spcBef>
                <a:spcPts val="0"/>
              </a:spcBef>
              <a:spcAft>
                <a:spcPts val="0"/>
              </a:spcAft>
              <a:buSzPts val="2200"/>
              <a:buNone/>
              <a:defRPr sz="2933"/>
            </a:lvl6pPr>
            <a:lvl7pPr lvl="6" algn="ctr" rtl="0">
              <a:lnSpc>
                <a:spcPct val="100000"/>
              </a:lnSpc>
              <a:spcBef>
                <a:spcPts val="0"/>
              </a:spcBef>
              <a:spcAft>
                <a:spcPts val="0"/>
              </a:spcAft>
              <a:buSzPts val="2200"/>
              <a:buNone/>
              <a:defRPr sz="2933"/>
            </a:lvl7pPr>
            <a:lvl8pPr lvl="7" algn="ctr" rtl="0">
              <a:lnSpc>
                <a:spcPct val="100000"/>
              </a:lnSpc>
              <a:spcBef>
                <a:spcPts val="0"/>
              </a:spcBef>
              <a:spcAft>
                <a:spcPts val="0"/>
              </a:spcAft>
              <a:buSzPts val="2200"/>
              <a:buNone/>
              <a:defRPr sz="2933"/>
            </a:lvl8pPr>
            <a:lvl9pPr lvl="8" algn="ctr" rtl="0">
              <a:lnSpc>
                <a:spcPct val="100000"/>
              </a:lnSpc>
              <a:spcBef>
                <a:spcPts val="0"/>
              </a:spcBef>
              <a:spcAft>
                <a:spcPts val="0"/>
              </a:spcAft>
              <a:buSzPts val="2200"/>
              <a:buNone/>
              <a:defRPr sz="2933"/>
            </a:lvl9pPr>
          </a:lstStyle>
          <a:p>
            <a:r>
              <a:rPr lang="en-US"/>
              <a:t>Click to edit Master subtitle style</a:t>
            </a:r>
            <a:endParaRPr/>
          </a:p>
        </p:txBody>
      </p:sp>
    </p:spTree>
    <p:extLst>
      <p:ext uri="{BB962C8B-B14F-4D97-AF65-F5344CB8AC3E}">
        <p14:creationId xmlns:p14="http://schemas.microsoft.com/office/powerpoint/2010/main" val="203085989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83"/>
        <p:cNvGrpSpPr/>
        <p:nvPr/>
      </p:nvGrpSpPr>
      <p:grpSpPr>
        <a:xfrm>
          <a:off x="0" y="0"/>
          <a:ext cx="0" cy="0"/>
          <a:chOff x="0" y="0"/>
          <a:chExt cx="0" cy="0"/>
        </a:xfrm>
      </p:grpSpPr>
      <p:sp>
        <p:nvSpPr>
          <p:cNvPr id="84" name="Google Shape;84;p20"/>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85" name="Google Shape;85;p20"/>
          <p:cNvSpPr txBox="1">
            <a:spLocks noGrp="1"/>
          </p:cNvSpPr>
          <p:nvPr>
            <p:ph type="subTitle" idx="1"/>
          </p:nvPr>
        </p:nvSpPr>
        <p:spPr>
          <a:xfrm>
            <a:off x="2532935" y="2550600"/>
            <a:ext cx="1849200" cy="52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r" rtl="0">
              <a:lnSpc>
                <a:spcPct val="100000"/>
              </a:lnSpc>
              <a:spcBef>
                <a:spcPts val="0"/>
              </a:spcBef>
              <a:spcAft>
                <a:spcPts val="0"/>
              </a:spcAft>
              <a:buSzPts val="1800"/>
              <a:buNone/>
              <a:defRPr sz="2400"/>
            </a:lvl2pPr>
            <a:lvl3pPr lvl="2" algn="r" rtl="0">
              <a:lnSpc>
                <a:spcPct val="100000"/>
              </a:lnSpc>
              <a:spcBef>
                <a:spcPts val="0"/>
              </a:spcBef>
              <a:spcAft>
                <a:spcPts val="0"/>
              </a:spcAft>
              <a:buSzPts val="1800"/>
              <a:buNone/>
              <a:defRPr sz="2400"/>
            </a:lvl3pPr>
            <a:lvl4pPr lvl="3" algn="r" rtl="0">
              <a:lnSpc>
                <a:spcPct val="100000"/>
              </a:lnSpc>
              <a:spcBef>
                <a:spcPts val="0"/>
              </a:spcBef>
              <a:spcAft>
                <a:spcPts val="0"/>
              </a:spcAft>
              <a:buSzPts val="1800"/>
              <a:buNone/>
              <a:defRPr sz="2400"/>
            </a:lvl4pPr>
            <a:lvl5pPr lvl="4" algn="r" rtl="0">
              <a:lnSpc>
                <a:spcPct val="100000"/>
              </a:lnSpc>
              <a:spcBef>
                <a:spcPts val="0"/>
              </a:spcBef>
              <a:spcAft>
                <a:spcPts val="0"/>
              </a:spcAft>
              <a:buSzPts val="1800"/>
              <a:buNone/>
              <a:defRPr sz="2400"/>
            </a:lvl5pPr>
            <a:lvl6pPr lvl="5" algn="r" rtl="0">
              <a:lnSpc>
                <a:spcPct val="100000"/>
              </a:lnSpc>
              <a:spcBef>
                <a:spcPts val="0"/>
              </a:spcBef>
              <a:spcAft>
                <a:spcPts val="0"/>
              </a:spcAft>
              <a:buSzPts val="1800"/>
              <a:buNone/>
              <a:defRPr sz="2400"/>
            </a:lvl6pPr>
            <a:lvl7pPr lvl="6" algn="r" rtl="0">
              <a:lnSpc>
                <a:spcPct val="100000"/>
              </a:lnSpc>
              <a:spcBef>
                <a:spcPts val="0"/>
              </a:spcBef>
              <a:spcAft>
                <a:spcPts val="0"/>
              </a:spcAft>
              <a:buSzPts val="1800"/>
              <a:buNone/>
              <a:defRPr sz="2400"/>
            </a:lvl7pPr>
            <a:lvl8pPr lvl="7" algn="r" rtl="0">
              <a:lnSpc>
                <a:spcPct val="100000"/>
              </a:lnSpc>
              <a:spcBef>
                <a:spcPts val="0"/>
              </a:spcBef>
              <a:spcAft>
                <a:spcPts val="0"/>
              </a:spcAft>
              <a:buSzPts val="1800"/>
              <a:buNone/>
              <a:defRPr sz="2400"/>
            </a:lvl8pPr>
            <a:lvl9pPr lvl="8" algn="r" rtl="0">
              <a:lnSpc>
                <a:spcPct val="100000"/>
              </a:lnSpc>
              <a:spcBef>
                <a:spcPts val="0"/>
              </a:spcBef>
              <a:spcAft>
                <a:spcPts val="0"/>
              </a:spcAft>
              <a:buSzPts val="1800"/>
              <a:buNone/>
              <a:defRPr sz="2400"/>
            </a:lvl9pPr>
          </a:lstStyle>
          <a:p>
            <a:r>
              <a:rPr lang="en-US"/>
              <a:t>Click to edit Master subtitle style</a:t>
            </a:r>
            <a:endParaRPr/>
          </a:p>
        </p:txBody>
      </p:sp>
      <p:sp>
        <p:nvSpPr>
          <p:cNvPr id="86" name="Google Shape;86;p20"/>
          <p:cNvSpPr txBox="1">
            <a:spLocks noGrp="1"/>
          </p:cNvSpPr>
          <p:nvPr>
            <p:ph type="subTitle" idx="2"/>
          </p:nvPr>
        </p:nvSpPr>
        <p:spPr>
          <a:xfrm>
            <a:off x="1441176" y="3075385"/>
            <a:ext cx="2940800" cy="10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r>
              <a:rPr lang="en-US"/>
              <a:t>Click to edit Master subtitle style</a:t>
            </a:r>
            <a:endParaRPr/>
          </a:p>
        </p:txBody>
      </p:sp>
      <p:sp>
        <p:nvSpPr>
          <p:cNvPr id="87" name="Google Shape;87;p20"/>
          <p:cNvSpPr txBox="1">
            <a:spLocks noGrp="1"/>
          </p:cNvSpPr>
          <p:nvPr>
            <p:ph type="subTitle" idx="3"/>
          </p:nvPr>
        </p:nvSpPr>
        <p:spPr>
          <a:xfrm>
            <a:off x="7811401" y="4103833"/>
            <a:ext cx="1849200" cy="52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nSpc>
                <a:spcPct val="100000"/>
              </a:lnSpc>
              <a:spcBef>
                <a:spcPts val="0"/>
              </a:spcBef>
              <a:spcAft>
                <a:spcPts val="0"/>
              </a:spcAft>
              <a:buSzPts val="1800"/>
              <a:buNone/>
              <a:defRPr sz="2400"/>
            </a:lvl2pPr>
            <a:lvl3pPr lvl="2" rtl="0">
              <a:lnSpc>
                <a:spcPct val="100000"/>
              </a:lnSpc>
              <a:spcBef>
                <a:spcPts val="0"/>
              </a:spcBef>
              <a:spcAft>
                <a:spcPts val="0"/>
              </a:spcAft>
              <a:buSzPts val="1800"/>
              <a:buNone/>
              <a:defRPr sz="2400"/>
            </a:lvl3pPr>
            <a:lvl4pPr lvl="3" rtl="0">
              <a:lnSpc>
                <a:spcPct val="100000"/>
              </a:lnSpc>
              <a:spcBef>
                <a:spcPts val="0"/>
              </a:spcBef>
              <a:spcAft>
                <a:spcPts val="0"/>
              </a:spcAft>
              <a:buSzPts val="1800"/>
              <a:buNone/>
              <a:defRPr sz="2400"/>
            </a:lvl4pPr>
            <a:lvl5pPr lvl="4" rtl="0">
              <a:lnSpc>
                <a:spcPct val="100000"/>
              </a:lnSpc>
              <a:spcBef>
                <a:spcPts val="0"/>
              </a:spcBef>
              <a:spcAft>
                <a:spcPts val="0"/>
              </a:spcAft>
              <a:buSzPts val="1800"/>
              <a:buNone/>
              <a:defRPr sz="2400"/>
            </a:lvl5pPr>
            <a:lvl6pPr lvl="5" rtl="0">
              <a:lnSpc>
                <a:spcPct val="100000"/>
              </a:lnSpc>
              <a:spcBef>
                <a:spcPts val="0"/>
              </a:spcBef>
              <a:spcAft>
                <a:spcPts val="0"/>
              </a:spcAft>
              <a:buSzPts val="1800"/>
              <a:buNone/>
              <a:defRPr sz="2400"/>
            </a:lvl6pPr>
            <a:lvl7pPr lvl="6" rtl="0">
              <a:lnSpc>
                <a:spcPct val="100000"/>
              </a:lnSpc>
              <a:spcBef>
                <a:spcPts val="0"/>
              </a:spcBef>
              <a:spcAft>
                <a:spcPts val="0"/>
              </a:spcAft>
              <a:buSzPts val="1800"/>
              <a:buNone/>
              <a:defRPr sz="2400"/>
            </a:lvl7pPr>
            <a:lvl8pPr lvl="7" rtl="0">
              <a:lnSpc>
                <a:spcPct val="100000"/>
              </a:lnSpc>
              <a:spcBef>
                <a:spcPts val="0"/>
              </a:spcBef>
              <a:spcAft>
                <a:spcPts val="0"/>
              </a:spcAft>
              <a:buSzPts val="1800"/>
              <a:buNone/>
              <a:defRPr sz="2400"/>
            </a:lvl8pPr>
            <a:lvl9pPr lvl="8" rtl="0">
              <a:lnSpc>
                <a:spcPct val="100000"/>
              </a:lnSpc>
              <a:spcBef>
                <a:spcPts val="0"/>
              </a:spcBef>
              <a:spcAft>
                <a:spcPts val="0"/>
              </a:spcAft>
              <a:buSzPts val="1800"/>
              <a:buNone/>
              <a:defRPr sz="2400"/>
            </a:lvl9pPr>
          </a:lstStyle>
          <a:p>
            <a:r>
              <a:rPr lang="en-US"/>
              <a:t>Click to edit Master subtitle style</a:t>
            </a:r>
            <a:endParaRPr/>
          </a:p>
        </p:txBody>
      </p:sp>
      <p:sp>
        <p:nvSpPr>
          <p:cNvPr id="88" name="Google Shape;88;p20"/>
          <p:cNvSpPr txBox="1">
            <a:spLocks noGrp="1"/>
          </p:cNvSpPr>
          <p:nvPr>
            <p:ph type="subTitle" idx="4"/>
          </p:nvPr>
        </p:nvSpPr>
        <p:spPr>
          <a:xfrm>
            <a:off x="7811409" y="4628633"/>
            <a:ext cx="2940800" cy="10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25905059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89"/>
        <p:cNvGrpSpPr/>
        <p:nvPr/>
      </p:nvGrpSpPr>
      <p:grpSpPr>
        <a:xfrm>
          <a:off x="0" y="0"/>
          <a:ext cx="0" cy="0"/>
          <a:chOff x="0" y="0"/>
          <a:chExt cx="0" cy="0"/>
        </a:xfrm>
      </p:grpSpPr>
      <p:sp>
        <p:nvSpPr>
          <p:cNvPr id="90" name="Google Shape;90;p21"/>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91" name="Google Shape;91;p21"/>
          <p:cNvSpPr txBox="1">
            <a:spLocks noGrp="1"/>
          </p:cNvSpPr>
          <p:nvPr>
            <p:ph type="body" idx="1"/>
          </p:nvPr>
        </p:nvSpPr>
        <p:spPr>
          <a:xfrm>
            <a:off x="950800" y="1756600"/>
            <a:ext cx="4917600" cy="4335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dk2"/>
              </a:buClr>
              <a:buSzPts val="1400"/>
              <a:buChar char="●"/>
              <a:defRPr sz="1867"/>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pPr lvl="0"/>
            <a:r>
              <a:rPr lang="en-US"/>
              <a:t>Click to edit Master text styles</a:t>
            </a:r>
          </a:p>
        </p:txBody>
      </p:sp>
      <p:sp>
        <p:nvSpPr>
          <p:cNvPr id="92" name="Google Shape;92;p21"/>
          <p:cNvSpPr txBox="1">
            <a:spLocks noGrp="1"/>
          </p:cNvSpPr>
          <p:nvPr>
            <p:ph type="body" idx="2"/>
          </p:nvPr>
        </p:nvSpPr>
        <p:spPr>
          <a:xfrm>
            <a:off x="6323600" y="1756600"/>
            <a:ext cx="4917600" cy="4335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dk2"/>
              </a:buClr>
              <a:buSzPts val="1400"/>
              <a:buChar char="●"/>
              <a:defRPr sz="1867"/>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274425821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3"/>
        <p:cNvGrpSpPr/>
        <p:nvPr/>
      </p:nvGrpSpPr>
      <p:grpSpPr>
        <a:xfrm>
          <a:off x="0" y="0"/>
          <a:ext cx="0" cy="0"/>
          <a:chOff x="0" y="0"/>
          <a:chExt cx="0" cy="0"/>
        </a:xfrm>
      </p:grpSpPr>
      <p:sp>
        <p:nvSpPr>
          <p:cNvPr id="94" name="Google Shape;94;p22"/>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95" name="Google Shape;95;p22"/>
          <p:cNvSpPr txBox="1">
            <a:spLocks noGrp="1"/>
          </p:cNvSpPr>
          <p:nvPr>
            <p:ph type="subTitle" idx="1"/>
          </p:nvPr>
        </p:nvSpPr>
        <p:spPr>
          <a:xfrm>
            <a:off x="1211068" y="4035856"/>
            <a:ext cx="29408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96" name="Google Shape;96;p22"/>
          <p:cNvSpPr txBox="1">
            <a:spLocks noGrp="1"/>
          </p:cNvSpPr>
          <p:nvPr>
            <p:ph type="subTitle" idx="2"/>
          </p:nvPr>
        </p:nvSpPr>
        <p:spPr>
          <a:xfrm>
            <a:off x="1211068" y="4560656"/>
            <a:ext cx="2940800" cy="109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7" name="Google Shape;97;p22"/>
          <p:cNvSpPr txBox="1">
            <a:spLocks noGrp="1"/>
          </p:cNvSpPr>
          <p:nvPr>
            <p:ph type="subTitle" idx="3"/>
          </p:nvPr>
        </p:nvSpPr>
        <p:spPr>
          <a:xfrm>
            <a:off x="4626568" y="4035856"/>
            <a:ext cx="29408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98" name="Google Shape;98;p22"/>
          <p:cNvSpPr txBox="1">
            <a:spLocks noGrp="1"/>
          </p:cNvSpPr>
          <p:nvPr>
            <p:ph type="subTitle" idx="4"/>
          </p:nvPr>
        </p:nvSpPr>
        <p:spPr>
          <a:xfrm>
            <a:off x="4626568" y="4560656"/>
            <a:ext cx="2940800" cy="109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9" name="Google Shape;99;p22"/>
          <p:cNvSpPr txBox="1">
            <a:spLocks noGrp="1"/>
          </p:cNvSpPr>
          <p:nvPr>
            <p:ph type="subTitle" idx="5"/>
          </p:nvPr>
        </p:nvSpPr>
        <p:spPr>
          <a:xfrm>
            <a:off x="8042068" y="4035856"/>
            <a:ext cx="2940800" cy="52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00" name="Google Shape;100;p22"/>
          <p:cNvSpPr txBox="1">
            <a:spLocks noGrp="1"/>
          </p:cNvSpPr>
          <p:nvPr>
            <p:ph type="subTitle" idx="6"/>
          </p:nvPr>
        </p:nvSpPr>
        <p:spPr>
          <a:xfrm>
            <a:off x="8042068" y="4560656"/>
            <a:ext cx="2940800" cy="109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97560827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01"/>
        <p:cNvGrpSpPr/>
        <p:nvPr/>
      </p:nvGrpSpPr>
      <p:grpSpPr>
        <a:xfrm>
          <a:off x="0" y="0"/>
          <a:ext cx="0" cy="0"/>
          <a:chOff x="0" y="0"/>
          <a:chExt cx="0" cy="0"/>
        </a:xfrm>
      </p:grpSpPr>
      <p:sp>
        <p:nvSpPr>
          <p:cNvPr id="102" name="Google Shape;102;p23"/>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103" name="Google Shape;103;p23"/>
          <p:cNvSpPr txBox="1">
            <a:spLocks noGrp="1"/>
          </p:cNvSpPr>
          <p:nvPr>
            <p:ph type="subTitle" idx="1"/>
          </p:nvPr>
        </p:nvSpPr>
        <p:spPr>
          <a:xfrm>
            <a:off x="2693488" y="2219192"/>
            <a:ext cx="1538000" cy="468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04" name="Google Shape;104;p23"/>
          <p:cNvSpPr txBox="1">
            <a:spLocks noGrp="1"/>
          </p:cNvSpPr>
          <p:nvPr>
            <p:ph type="subTitle" idx="2"/>
          </p:nvPr>
        </p:nvSpPr>
        <p:spPr>
          <a:xfrm>
            <a:off x="1290855" y="2687023"/>
            <a:ext cx="2940800" cy="1040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5" name="Google Shape;105;p23"/>
          <p:cNvSpPr txBox="1">
            <a:spLocks noGrp="1"/>
          </p:cNvSpPr>
          <p:nvPr>
            <p:ph type="subTitle" idx="3"/>
          </p:nvPr>
        </p:nvSpPr>
        <p:spPr>
          <a:xfrm>
            <a:off x="7961021" y="2219192"/>
            <a:ext cx="15380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06" name="Google Shape;106;p23"/>
          <p:cNvSpPr txBox="1">
            <a:spLocks noGrp="1"/>
          </p:cNvSpPr>
          <p:nvPr>
            <p:ph type="subTitle" idx="4"/>
          </p:nvPr>
        </p:nvSpPr>
        <p:spPr>
          <a:xfrm>
            <a:off x="7961021" y="2687023"/>
            <a:ext cx="2940800" cy="104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7" name="Google Shape;107;p23"/>
          <p:cNvSpPr txBox="1">
            <a:spLocks noGrp="1"/>
          </p:cNvSpPr>
          <p:nvPr>
            <p:ph type="subTitle" idx="5"/>
          </p:nvPr>
        </p:nvSpPr>
        <p:spPr>
          <a:xfrm>
            <a:off x="2693488" y="4179433"/>
            <a:ext cx="1538000" cy="468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08" name="Google Shape;108;p23"/>
          <p:cNvSpPr txBox="1">
            <a:spLocks noGrp="1"/>
          </p:cNvSpPr>
          <p:nvPr>
            <p:ph type="subTitle" idx="6"/>
          </p:nvPr>
        </p:nvSpPr>
        <p:spPr>
          <a:xfrm>
            <a:off x="1290855" y="4647431"/>
            <a:ext cx="2940800" cy="1040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9" name="Google Shape;109;p23"/>
          <p:cNvSpPr txBox="1">
            <a:spLocks noGrp="1"/>
          </p:cNvSpPr>
          <p:nvPr>
            <p:ph type="subTitle" idx="7"/>
          </p:nvPr>
        </p:nvSpPr>
        <p:spPr>
          <a:xfrm>
            <a:off x="7961021" y="4179433"/>
            <a:ext cx="15380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10" name="Google Shape;110;p23"/>
          <p:cNvSpPr txBox="1">
            <a:spLocks noGrp="1"/>
          </p:cNvSpPr>
          <p:nvPr>
            <p:ph type="subTitle" idx="8"/>
          </p:nvPr>
        </p:nvSpPr>
        <p:spPr>
          <a:xfrm>
            <a:off x="7961021" y="4647431"/>
            <a:ext cx="2940800" cy="104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660897325"/>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113" name="Google Shape;113;p24"/>
          <p:cNvSpPr txBox="1">
            <a:spLocks noGrp="1"/>
          </p:cNvSpPr>
          <p:nvPr>
            <p:ph type="subTitle" idx="1"/>
          </p:nvPr>
        </p:nvSpPr>
        <p:spPr>
          <a:xfrm>
            <a:off x="3163585" y="2569812"/>
            <a:ext cx="26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nSpc>
                <a:spcPct val="100000"/>
              </a:lnSpc>
              <a:spcBef>
                <a:spcPts val="0"/>
              </a:spcBef>
              <a:spcAft>
                <a:spcPts val="0"/>
              </a:spcAft>
              <a:buSzPts val="1800"/>
              <a:buNone/>
              <a:defRPr sz="2400"/>
            </a:lvl2pPr>
            <a:lvl3pPr lvl="2" rtl="0">
              <a:lnSpc>
                <a:spcPct val="100000"/>
              </a:lnSpc>
              <a:spcBef>
                <a:spcPts val="0"/>
              </a:spcBef>
              <a:spcAft>
                <a:spcPts val="0"/>
              </a:spcAft>
              <a:buSzPts val="1800"/>
              <a:buNone/>
              <a:defRPr sz="2400"/>
            </a:lvl3pPr>
            <a:lvl4pPr lvl="3" rtl="0">
              <a:lnSpc>
                <a:spcPct val="100000"/>
              </a:lnSpc>
              <a:spcBef>
                <a:spcPts val="0"/>
              </a:spcBef>
              <a:spcAft>
                <a:spcPts val="0"/>
              </a:spcAft>
              <a:buSzPts val="1800"/>
              <a:buNone/>
              <a:defRPr sz="2400"/>
            </a:lvl4pPr>
            <a:lvl5pPr lvl="4" rtl="0">
              <a:lnSpc>
                <a:spcPct val="100000"/>
              </a:lnSpc>
              <a:spcBef>
                <a:spcPts val="0"/>
              </a:spcBef>
              <a:spcAft>
                <a:spcPts val="0"/>
              </a:spcAft>
              <a:buSzPts val="1800"/>
              <a:buNone/>
              <a:defRPr sz="2400"/>
            </a:lvl5pPr>
            <a:lvl6pPr lvl="5" rtl="0">
              <a:lnSpc>
                <a:spcPct val="100000"/>
              </a:lnSpc>
              <a:spcBef>
                <a:spcPts val="0"/>
              </a:spcBef>
              <a:spcAft>
                <a:spcPts val="0"/>
              </a:spcAft>
              <a:buSzPts val="1800"/>
              <a:buNone/>
              <a:defRPr sz="2400"/>
            </a:lvl6pPr>
            <a:lvl7pPr lvl="6" rtl="0">
              <a:lnSpc>
                <a:spcPct val="100000"/>
              </a:lnSpc>
              <a:spcBef>
                <a:spcPts val="0"/>
              </a:spcBef>
              <a:spcAft>
                <a:spcPts val="0"/>
              </a:spcAft>
              <a:buSzPts val="1800"/>
              <a:buNone/>
              <a:defRPr sz="2400"/>
            </a:lvl7pPr>
            <a:lvl8pPr lvl="7" rtl="0">
              <a:lnSpc>
                <a:spcPct val="100000"/>
              </a:lnSpc>
              <a:spcBef>
                <a:spcPts val="0"/>
              </a:spcBef>
              <a:spcAft>
                <a:spcPts val="0"/>
              </a:spcAft>
              <a:buSzPts val="1800"/>
              <a:buNone/>
              <a:defRPr sz="2400"/>
            </a:lvl8pPr>
            <a:lvl9pPr lvl="8" rtl="0">
              <a:lnSpc>
                <a:spcPct val="100000"/>
              </a:lnSpc>
              <a:spcBef>
                <a:spcPts val="0"/>
              </a:spcBef>
              <a:spcAft>
                <a:spcPts val="0"/>
              </a:spcAft>
              <a:buSzPts val="1800"/>
              <a:buNone/>
              <a:defRPr sz="2400"/>
            </a:lvl9pPr>
          </a:lstStyle>
          <a:p>
            <a:r>
              <a:rPr lang="en-US"/>
              <a:t>Click to edit Master subtitle style</a:t>
            </a:r>
            <a:endParaRPr/>
          </a:p>
        </p:txBody>
      </p:sp>
      <p:sp>
        <p:nvSpPr>
          <p:cNvPr id="114" name="Google Shape;114;p24"/>
          <p:cNvSpPr txBox="1">
            <a:spLocks noGrp="1"/>
          </p:cNvSpPr>
          <p:nvPr>
            <p:ph type="subTitle" idx="2"/>
          </p:nvPr>
        </p:nvSpPr>
        <p:spPr>
          <a:xfrm>
            <a:off x="3163585" y="3037645"/>
            <a:ext cx="26848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15" name="Google Shape;115;p24"/>
          <p:cNvSpPr txBox="1">
            <a:spLocks noGrp="1"/>
          </p:cNvSpPr>
          <p:nvPr>
            <p:ph type="subTitle" idx="3"/>
          </p:nvPr>
        </p:nvSpPr>
        <p:spPr>
          <a:xfrm>
            <a:off x="8106552" y="2569812"/>
            <a:ext cx="26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16" name="Google Shape;116;p24"/>
          <p:cNvSpPr txBox="1">
            <a:spLocks noGrp="1"/>
          </p:cNvSpPr>
          <p:nvPr>
            <p:ph type="subTitle" idx="4"/>
          </p:nvPr>
        </p:nvSpPr>
        <p:spPr>
          <a:xfrm>
            <a:off x="8106552" y="3037645"/>
            <a:ext cx="26848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7" name="Google Shape;117;p24"/>
          <p:cNvSpPr txBox="1">
            <a:spLocks noGrp="1"/>
          </p:cNvSpPr>
          <p:nvPr>
            <p:ph type="subTitle" idx="5"/>
          </p:nvPr>
        </p:nvSpPr>
        <p:spPr>
          <a:xfrm>
            <a:off x="3163585" y="4743416"/>
            <a:ext cx="26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rtl="0">
              <a:lnSpc>
                <a:spcPct val="100000"/>
              </a:lnSpc>
              <a:spcBef>
                <a:spcPts val="0"/>
              </a:spcBef>
              <a:spcAft>
                <a:spcPts val="0"/>
              </a:spcAft>
              <a:buSzPts val="1800"/>
              <a:buNone/>
              <a:defRPr sz="2400"/>
            </a:lvl2pPr>
            <a:lvl3pPr lvl="2" rtl="0">
              <a:lnSpc>
                <a:spcPct val="100000"/>
              </a:lnSpc>
              <a:spcBef>
                <a:spcPts val="0"/>
              </a:spcBef>
              <a:spcAft>
                <a:spcPts val="0"/>
              </a:spcAft>
              <a:buSzPts val="1800"/>
              <a:buNone/>
              <a:defRPr sz="2400"/>
            </a:lvl3pPr>
            <a:lvl4pPr lvl="3" rtl="0">
              <a:lnSpc>
                <a:spcPct val="100000"/>
              </a:lnSpc>
              <a:spcBef>
                <a:spcPts val="0"/>
              </a:spcBef>
              <a:spcAft>
                <a:spcPts val="0"/>
              </a:spcAft>
              <a:buSzPts val="1800"/>
              <a:buNone/>
              <a:defRPr sz="2400"/>
            </a:lvl4pPr>
            <a:lvl5pPr lvl="4" rtl="0">
              <a:lnSpc>
                <a:spcPct val="100000"/>
              </a:lnSpc>
              <a:spcBef>
                <a:spcPts val="0"/>
              </a:spcBef>
              <a:spcAft>
                <a:spcPts val="0"/>
              </a:spcAft>
              <a:buSzPts val="1800"/>
              <a:buNone/>
              <a:defRPr sz="2400"/>
            </a:lvl5pPr>
            <a:lvl6pPr lvl="5" rtl="0">
              <a:lnSpc>
                <a:spcPct val="100000"/>
              </a:lnSpc>
              <a:spcBef>
                <a:spcPts val="0"/>
              </a:spcBef>
              <a:spcAft>
                <a:spcPts val="0"/>
              </a:spcAft>
              <a:buSzPts val="1800"/>
              <a:buNone/>
              <a:defRPr sz="2400"/>
            </a:lvl6pPr>
            <a:lvl7pPr lvl="6" rtl="0">
              <a:lnSpc>
                <a:spcPct val="100000"/>
              </a:lnSpc>
              <a:spcBef>
                <a:spcPts val="0"/>
              </a:spcBef>
              <a:spcAft>
                <a:spcPts val="0"/>
              </a:spcAft>
              <a:buSzPts val="1800"/>
              <a:buNone/>
              <a:defRPr sz="2400"/>
            </a:lvl7pPr>
            <a:lvl8pPr lvl="7" rtl="0">
              <a:lnSpc>
                <a:spcPct val="100000"/>
              </a:lnSpc>
              <a:spcBef>
                <a:spcPts val="0"/>
              </a:spcBef>
              <a:spcAft>
                <a:spcPts val="0"/>
              </a:spcAft>
              <a:buSzPts val="1800"/>
              <a:buNone/>
              <a:defRPr sz="2400"/>
            </a:lvl8pPr>
            <a:lvl9pPr lvl="8" rtl="0">
              <a:lnSpc>
                <a:spcPct val="100000"/>
              </a:lnSpc>
              <a:spcBef>
                <a:spcPts val="0"/>
              </a:spcBef>
              <a:spcAft>
                <a:spcPts val="0"/>
              </a:spcAft>
              <a:buSzPts val="1800"/>
              <a:buNone/>
              <a:defRPr sz="2400"/>
            </a:lvl9pPr>
          </a:lstStyle>
          <a:p>
            <a:r>
              <a:rPr lang="en-US"/>
              <a:t>Click to edit Master subtitle style</a:t>
            </a:r>
            <a:endParaRPr/>
          </a:p>
        </p:txBody>
      </p:sp>
      <p:sp>
        <p:nvSpPr>
          <p:cNvPr id="118" name="Google Shape;118;p24"/>
          <p:cNvSpPr txBox="1">
            <a:spLocks noGrp="1"/>
          </p:cNvSpPr>
          <p:nvPr>
            <p:ph type="subTitle" idx="6"/>
          </p:nvPr>
        </p:nvSpPr>
        <p:spPr>
          <a:xfrm>
            <a:off x="3163585" y="5211415"/>
            <a:ext cx="26848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19" name="Google Shape;119;p24"/>
          <p:cNvSpPr txBox="1">
            <a:spLocks noGrp="1"/>
          </p:cNvSpPr>
          <p:nvPr>
            <p:ph type="subTitle" idx="7"/>
          </p:nvPr>
        </p:nvSpPr>
        <p:spPr>
          <a:xfrm>
            <a:off x="8106552" y="4743416"/>
            <a:ext cx="26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solidFill>
                  <a:schemeClr val="dk2"/>
                </a:solidFill>
                <a:latin typeface="Manrope"/>
                <a:ea typeface="Manrope"/>
                <a:cs typeface="Manrope"/>
                <a:sym typeface="Manrop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20" name="Google Shape;120;p24"/>
          <p:cNvSpPr txBox="1">
            <a:spLocks noGrp="1"/>
          </p:cNvSpPr>
          <p:nvPr>
            <p:ph type="subTitle" idx="8"/>
          </p:nvPr>
        </p:nvSpPr>
        <p:spPr>
          <a:xfrm>
            <a:off x="8106552" y="5211415"/>
            <a:ext cx="26848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153637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121"/>
        <p:cNvGrpSpPr/>
        <p:nvPr/>
      </p:nvGrpSpPr>
      <p:grpSpPr>
        <a:xfrm>
          <a:off x="0" y="0"/>
          <a:ext cx="0" cy="0"/>
          <a:chOff x="0" y="0"/>
          <a:chExt cx="0" cy="0"/>
        </a:xfrm>
      </p:grpSpPr>
      <p:sp>
        <p:nvSpPr>
          <p:cNvPr id="122" name="Google Shape;122;p25"/>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123" name="Google Shape;123;p25"/>
          <p:cNvSpPr txBox="1">
            <a:spLocks noGrp="1"/>
          </p:cNvSpPr>
          <p:nvPr>
            <p:ph type="title" idx="2"/>
          </p:nvPr>
        </p:nvSpPr>
        <p:spPr>
          <a:xfrm>
            <a:off x="1032105" y="4095791"/>
            <a:ext cx="2368400" cy="50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24" name="Google Shape;124;p25"/>
          <p:cNvSpPr txBox="1">
            <a:spLocks noGrp="1"/>
          </p:cNvSpPr>
          <p:nvPr>
            <p:ph type="subTitle" idx="1"/>
          </p:nvPr>
        </p:nvSpPr>
        <p:spPr>
          <a:xfrm>
            <a:off x="1032105" y="4601551"/>
            <a:ext cx="2368400" cy="102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5" name="Google Shape;125;p25"/>
          <p:cNvSpPr txBox="1">
            <a:spLocks noGrp="1"/>
          </p:cNvSpPr>
          <p:nvPr>
            <p:ph type="title" idx="3"/>
          </p:nvPr>
        </p:nvSpPr>
        <p:spPr>
          <a:xfrm>
            <a:off x="3618773" y="4095791"/>
            <a:ext cx="2368400" cy="50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26" name="Google Shape;126;p25"/>
          <p:cNvSpPr txBox="1">
            <a:spLocks noGrp="1"/>
          </p:cNvSpPr>
          <p:nvPr>
            <p:ph type="subTitle" idx="4"/>
          </p:nvPr>
        </p:nvSpPr>
        <p:spPr>
          <a:xfrm>
            <a:off x="3618773" y="4601551"/>
            <a:ext cx="2368400" cy="102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7" name="Google Shape;127;p25"/>
          <p:cNvSpPr txBox="1">
            <a:spLocks noGrp="1"/>
          </p:cNvSpPr>
          <p:nvPr>
            <p:ph type="title" idx="5"/>
          </p:nvPr>
        </p:nvSpPr>
        <p:spPr>
          <a:xfrm>
            <a:off x="6205432" y="4095791"/>
            <a:ext cx="2368400" cy="50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28" name="Google Shape;128;p25"/>
          <p:cNvSpPr txBox="1">
            <a:spLocks noGrp="1"/>
          </p:cNvSpPr>
          <p:nvPr>
            <p:ph type="subTitle" idx="6"/>
          </p:nvPr>
        </p:nvSpPr>
        <p:spPr>
          <a:xfrm>
            <a:off x="6205432" y="4601551"/>
            <a:ext cx="2368400" cy="102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9" name="Google Shape;129;p25"/>
          <p:cNvSpPr txBox="1">
            <a:spLocks noGrp="1"/>
          </p:cNvSpPr>
          <p:nvPr>
            <p:ph type="title" idx="7"/>
          </p:nvPr>
        </p:nvSpPr>
        <p:spPr>
          <a:xfrm>
            <a:off x="8792100" y="4095791"/>
            <a:ext cx="2368400" cy="50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30" name="Google Shape;130;p25"/>
          <p:cNvSpPr txBox="1">
            <a:spLocks noGrp="1"/>
          </p:cNvSpPr>
          <p:nvPr>
            <p:ph type="subTitle" idx="8"/>
          </p:nvPr>
        </p:nvSpPr>
        <p:spPr>
          <a:xfrm>
            <a:off x="8792100" y="4601551"/>
            <a:ext cx="2368400" cy="102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30970182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133" name="Google Shape;133;p26"/>
          <p:cNvSpPr txBox="1">
            <a:spLocks noGrp="1"/>
          </p:cNvSpPr>
          <p:nvPr>
            <p:ph type="title" idx="2"/>
          </p:nvPr>
        </p:nvSpPr>
        <p:spPr>
          <a:xfrm>
            <a:off x="3030473" y="1822600"/>
            <a:ext cx="1686400" cy="485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34" name="Google Shape;134;p26"/>
          <p:cNvSpPr txBox="1">
            <a:spLocks noGrp="1"/>
          </p:cNvSpPr>
          <p:nvPr>
            <p:ph type="subTitle" idx="1"/>
          </p:nvPr>
        </p:nvSpPr>
        <p:spPr>
          <a:xfrm>
            <a:off x="3030473" y="2308051"/>
            <a:ext cx="2570400" cy="7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5" name="Google Shape;135;p26"/>
          <p:cNvSpPr txBox="1">
            <a:spLocks noGrp="1"/>
          </p:cNvSpPr>
          <p:nvPr>
            <p:ph type="title" idx="3"/>
          </p:nvPr>
        </p:nvSpPr>
        <p:spPr>
          <a:xfrm>
            <a:off x="7862607" y="4784108"/>
            <a:ext cx="1686400" cy="485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36" name="Google Shape;136;p26"/>
          <p:cNvSpPr txBox="1">
            <a:spLocks noGrp="1"/>
          </p:cNvSpPr>
          <p:nvPr>
            <p:ph type="subTitle" idx="4"/>
          </p:nvPr>
        </p:nvSpPr>
        <p:spPr>
          <a:xfrm>
            <a:off x="7862607" y="5270319"/>
            <a:ext cx="2570400" cy="7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7" name="Google Shape;137;p26"/>
          <p:cNvSpPr txBox="1">
            <a:spLocks noGrp="1"/>
          </p:cNvSpPr>
          <p:nvPr>
            <p:ph type="title" idx="5"/>
          </p:nvPr>
        </p:nvSpPr>
        <p:spPr>
          <a:xfrm>
            <a:off x="7862607" y="1822600"/>
            <a:ext cx="1686400" cy="485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38" name="Google Shape;138;p26"/>
          <p:cNvSpPr txBox="1">
            <a:spLocks noGrp="1"/>
          </p:cNvSpPr>
          <p:nvPr>
            <p:ph type="subTitle" idx="6"/>
          </p:nvPr>
        </p:nvSpPr>
        <p:spPr>
          <a:xfrm>
            <a:off x="7862607" y="2308051"/>
            <a:ext cx="2570400" cy="7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9" name="Google Shape;139;p26"/>
          <p:cNvSpPr txBox="1">
            <a:spLocks noGrp="1"/>
          </p:cNvSpPr>
          <p:nvPr>
            <p:ph type="title" idx="7"/>
          </p:nvPr>
        </p:nvSpPr>
        <p:spPr>
          <a:xfrm>
            <a:off x="3030473" y="3303353"/>
            <a:ext cx="1686400" cy="485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40" name="Google Shape;140;p26"/>
          <p:cNvSpPr txBox="1">
            <a:spLocks noGrp="1"/>
          </p:cNvSpPr>
          <p:nvPr>
            <p:ph type="subTitle" idx="8"/>
          </p:nvPr>
        </p:nvSpPr>
        <p:spPr>
          <a:xfrm>
            <a:off x="3030473" y="3789184"/>
            <a:ext cx="2570400" cy="7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1" name="Google Shape;141;p26"/>
          <p:cNvSpPr txBox="1">
            <a:spLocks noGrp="1"/>
          </p:cNvSpPr>
          <p:nvPr>
            <p:ph type="title" idx="9"/>
          </p:nvPr>
        </p:nvSpPr>
        <p:spPr>
          <a:xfrm>
            <a:off x="3030473" y="4784107"/>
            <a:ext cx="1686400" cy="485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42" name="Google Shape;142;p26"/>
          <p:cNvSpPr txBox="1">
            <a:spLocks noGrp="1"/>
          </p:cNvSpPr>
          <p:nvPr>
            <p:ph type="subTitle" idx="13"/>
          </p:nvPr>
        </p:nvSpPr>
        <p:spPr>
          <a:xfrm>
            <a:off x="3030473" y="5270319"/>
            <a:ext cx="2570400" cy="7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3" name="Google Shape;143;p26"/>
          <p:cNvSpPr txBox="1">
            <a:spLocks noGrp="1"/>
          </p:cNvSpPr>
          <p:nvPr>
            <p:ph type="title" idx="14"/>
          </p:nvPr>
        </p:nvSpPr>
        <p:spPr>
          <a:xfrm>
            <a:off x="7862607" y="3303353"/>
            <a:ext cx="1686400" cy="485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44" name="Google Shape;144;p26"/>
          <p:cNvSpPr txBox="1">
            <a:spLocks noGrp="1"/>
          </p:cNvSpPr>
          <p:nvPr>
            <p:ph type="subTitle" idx="15"/>
          </p:nvPr>
        </p:nvSpPr>
        <p:spPr>
          <a:xfrm>
            <a:off x="7862607" y="3789184"/>
            <a:ext cx="2570400" cy="7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26131664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45"/>
        <p:cNvGrpSpPr/>
        <p:nvPr/>
      </p:nvGrpSpPr>
      <p:grpSpPr>
        <a:xfrm>
          <a:off x="0" y="0"/>
          <a:ext cx="0" cy="0"/>
          <a:chOff x="0" y="0"/>
          <a:chExt cx="0" cy="0"/>
        </a:xfrm>
      </p:grpSpPr>
      <p:sp>
        <p:nvSpPr>
          <p:cNvPr id="146" name="Google Shape;146;p27"/>
          <p:cNvSpPr txBox="1">
            <a:spLocks noGrp="1"/>
          </p:cNvSpPr>
          <p:nvPr>
            <p:ph type="title" hasCustomPrompt="1"/>
          </p:nvPr>
        </p:nvSpPr>
        <p:spPr>
          <a:xfrm>
            <a:off x="1118500" y="3124604"/>
            <a:ext cx="2945600" cy="1093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500"/>
              <a:buNone/>
              <a:defRPr sz="8000">
                <a:solidFill>
                  <a:schemeClr val="dk2"/>
                </a:solidFill>
              </a:defRPr>
            </a:lvl1pPr>
            <a:lvl2pPr lvl="1" algn="ctr" rtl="0">
              <a:spcBef>
                <a:spcPts val="0"/>
              </a:spcBef>
              <a:spcAft>
                <a:spcPts val="0"/>
              </a:spcAft>
              <a:buClr>
                <a:schemeClr val="dk2"/>
              </a:buClr>
              <a:buSzPts val="4500"/>
              <a:buNone/>
              <a:defRPr sz="6000">
                <a:solidFill>
                  <a:schemeClr val="dk2"/>
                </a:solidFill>
              </a:defRPr>
            </a:lvl2pPr>
            <a:lvl3pPr lvl="2" algn="ctr" rtl="0">
              <a:spcBef>
                <a:spcPts val="0"/>
              </a:spcBef>
              <a:spcAft>
                <a:spcPts val="0"/>
              </a:spcAft>
              <a:buClr>
                <a:schemeClr val="dk2"/>
              </a:buClr>
              <a:buSzPts val="4500"/>
              <a:buNone/>
              <a:defRPr sz="6000">
                <a:solidFill>
                  <a:schemeClr val="dk2"/>
                </a:solidFill>
              </a:defRPr>
            </a:lvl3pPr>
            <a:lvl4pPr lvl="3" algn="ctr" rtl="0">
              <a:spcBef>
                <a:spcPts val="0"/>
              </a:spcBef>
              <a:spcAft>
                <a:spcPts val="0"/>
              </a:spcAft>
              <a:buClr>
                <a:schemeClr val="dk2"/>
              </a:buClr>
              <a:buSzPts val="4500"/>
              <a:buNone/>
              <a:defRPr sz="6000">
                <a:solidFill>
                  <a:schemeClr val="dk2"/>
                </a:solidFill>
              </a:defRPr>
            </a:lvl4pPr>
            <a:lvl5pPr lvl="4" algn="ctr" rtl="0">
              <a:spcBef>
                <a:spcPts val="0"/>
              </a:spcBef>
              <a:spcAft>
                <a:spcPts val="0"/>
              </a:spcAft>
              <a:buClr>
                <a:schemeClr val="dk2"/>
              </a:buClr>
              <a:buSzPts val="4500"/>
              <a:buNone/>
              <a:defRPr sz="6000">
                <a:solidFill>
                  <a:schemeClr val="dk2"/>
                </a:solidFill>
              </a:defRPr>
            </a:lvl5pPr>
            <a:lvl6pPr lvl="5" algn="ctr" rtl="0">
              <a:spcBef>
                <a:spcPts val="0"/>
              </a:spcBef>
              <a:spcAft>
                <a:spcPts val="0"/>
              </a:spcAft>
              <a:buClr>
                <a:schemeClr val="dk2"/>
              </a:buClr>
              <a:buSzPts val="4500"/>
              <a:buNone/>
              <a:defRPr sz="6000">
                <a:solidFill>
                  <a:schemeClr val="dk2"/>
                </a:solidFill>
              </a:defRPr>
            </a:lvl6pPr>
            <a:lvl7pPr lvl="6" algn="ctr" rtl="0">
              <a:spcBef>
                <a:spcPts val="0"/>
              </a:spcBef>
              <a:spcAft>
                <a:spcPts val="0"/>
              </a:spcAft>
              <a:buClr>
                <a:schemeClr val="dk2"/>
              </a:buClr>
              <a:buSzPts val="4500"/>
              <a:buNone/>
              <a:defRPr sz="6000">
                <a:solidFill>
                  <a:schemeClr val="dk2"/>
                </a:solidFill>
              </a:defRPr>
            </a:lvl7pPr>
            <a:lvl8pPr lvl="7" algn="ctr" rtl="0">
              <a:spcBef>
                <a:spcPts val="0"/>
              </a:spcBef>
              <a:spcAft>
                <a:spcPts val="0"/>
              </a:spcAft>
              <a:buClr>
                <a:schemeClr val="dk2"/>
              </a:buClr>
              <a:buSzPts val="4500"/>
              <a:buNone/>
              <a:defRPr sz="6000">
                <a:solidFill>
                  <a:schemeClr val="dk2"/>
                </a:solidFill>
              </a:defRPr>
            </a:lvl8pPr>
            <a:lvl9pPr lvl="8" algn="ctr" rtl="0">
              <a:spcBef>
                <a:spcPts val="0"/>
              </a:spcBef>
              <a:spcAft>
                <a:spcPts val="0"/>
              </a:spcAft>
              <a:buClr>
                <a:schemeClr val="dk2"/>
              </a:buClr>
              <a:buSzPts val="4500"/>
              <a:buNone/>
              <a:defRPr sz="6000">
                <a:solidFill>
                  <a:schemeClr val="dk2"/>
                </a:solidFill>
              </a:defRPr>
            </a:lvl9pPr>
          </a:lstStyle>
          <a:p>
            <a:r>
              <a:t>xx%</a:t>
            </a:r>
          </a:p>
        </p:txBody>
      </p:sp>
      <p:sp>
        <p:nvSpPr>
          <p:cNvPr id="147" name="Google Shape;147;p27"/>
          <p:cNvSpPr txBox="1">
            <a:spLocks noGrp="1"/>
          </p:cNvSpPr>
          <p:nvPr>
            <p:ph type="title" idx="2" hasCustomPrompt="1"/>
          </p:nvPr>
        </p:nvSpPr>
        <p:spPr>
          <a:xfrm>
            <a:off x="4623200" y="3124604"/>
            <a:ext cx="2945600" cy="1093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500"/>
              <a:buNone/>
              <a:defRPr sz="8000">
                <a:solidFill>
                  <a:schemeClr val="dk2"/>
                </a:solidFill>
              </a:defRPr>
            </a:lvl1pPr>
            <a:lvl2pPr lvl="1" algn="ctr" rtl="0">
              <a:spcBef>
                <a:spcPts val="0"/>
              </a:spcBef>
              <a:spcAft>
                <a:spcPts val="0"/>
              </a:spcAft>
              <a:buClr>
                <a:schemeClr val="dk2"/>
              </a:buClr>
              <a:buSzPts val="4500"/>
              <a:buNone/>
              <a:defRPr sz="6000">
                <a:solidFill>
                  <a:schemeClr val="dk2"/>
                </a:solidFill>
              </a:defRPr>
            </a:lvl2pPr>
            <a:lvl3pPr lvl="2" algn="ctr" rtl="0">
              <a:spcBef>
                <a:spcPts val="0"/>
              </a:spcBef>
              <a:spcAft>
                <a:spcPts val="0"/>
              </a:spcAft>
              <a:buClr>
                <a:schemeClr val="dk2"/>
              </a:buClr>
              <a:buSzPts val="4500"/>
              <a:buNone/>
              <a:defRPr sz="6000">
                <a:solidFill>
                  <a:schemeClr val="dk2"/>
                </a:solidFill>
              </a:defRPr>
            </a:lvl3pPr>
            <a:lvl4pPr lvl="3" algn="ctr" rtl="0">
              <a:spcBef>
                <a:spcPts val="0"/>
              </a:spcBef>
              <a:spcAft>
                <a:spcPts val="0"/>
              </a:spcAft>
              <a:buClr>
                <a:schemeClr val="dk2"/>
              </a:buClr>
              <a:buSzPts val="4500"/>
              <a:buNone/>
              <a:defRPr sz="6000">
                <a:solidFill>
                  <a:schemeClr val="dk2"/>
                </a:solidFill>
              </a:defRPr>
            </a:lvl4pPr>
            <a:lvl5pPr lvl="4" algn="ctr" rtl="0">
              <a:spcBef>
                <a:spcPts val="0"/>
              </a:spcBef>
              <a:spcAft>
                <a:spcPts val="0"/>
              </a:spcAft>
              <a:buClr>
                <a:schemeClr val="dk2"/>
              </a:buClr>
              <a:buSzPts val="4500"/>
              <a:buNone/>
              <a:defRPr sz="6000">
                <a:solidFill>
                  <a:schemeClr val="dk2"/>
                </a:solidFill>
              </a:defRPr>
            </a:lvl5pPr>
            <a:lvl6pPr lvl="5" algn="ctr" rtl="0">
              <a:spcBef>
                <a:spcPts val="0"/>
              </a:spcBef>
              <a:spcAft>
                <a:spcPts val="0"/>
              </a:spcAft>
              <a:buClr>
                <a:schemeClr val="dk2"/>
              </a:buClr>
              <a:buSzPts val="4500"/>
              <a:buNone/>
              <a:defRPr sz="6000">
                <a:solidFill>
                  <a:schemeClr val="dk2"/>
                </a:solidFill>
              </a:defRPr>
            </a:lvl6pPr>
            <a:lvl7pPr lvl="6" algn="ctr" rtl="0">
              <a:spcBef>
                <a:spcPts val="0"/>
              </a:spcBef>
              <a:spcAft>
                <a:spcPts val="0"/>
              </a:spcAft>
              <a:buClr>
                <a:schemeClr val="dk2"/>
              </a:buClr>
              <a:buSzPts val="4500"/>
              <a:buNone/>
              <a:defRPr sz="6000">
                <a:solidFill>
                  <a:schemeClr val="dk2"/>
                </a:solidFill>
              </a:defRPr>
            </a:lvl7pPr>
            <a:lvl8pPr lvl="7" algn="ctr" rtl="0">
              <a:spcBef>
                <a:spcPts val="0"/>
              </a:spcBef>
              <a:spcAft>
                <a:spcPts val="0"/>
              </a:spcAft>
              <a:buClr>
                <a:schemeClr val="dk2"/>
              </a:buClr>
              <a:buSzPts val="4500"/>
              <a:buNone/>
              <a:defRPr sz="6000">
                <a:solidFill>
                  <a:schemeClr val="dk2"/>
                </a:solidFill>
              </a:defRPr>
            </a:lvl8pPr>
            <a:lvl9pPr lvl="8" algn="ctr" rtl="0">
              <a:spcBef>
                <a:spcPts val="0"/>
              </a:spcBef>
              <a:spcAft>
                <a:spcPts val="0"/>
              </a:spcAft>
              <a:buClr>
                <a:schemeClr val="dk2"/>
              </a:buClr>
              <a:buSzPts val="4500"/>
              <a:buNone/>
              <a:defRPr sz="6000">
                <a:solidFill>
                  <a:schemeClr val="dk2"/>
                </a:solidFill>
              </a:defRPr>
            </a:lvl9pPr>
          </a:lstStyle>
          <a:p>
            <a:r>
              <a:t>xx%</a:t>
            </a:r>
          </a:p>
        </p:txBody>
      </p:sp>
      <p:sp>
        <p:nvSpPr>
          <p:cNvPr id="148" name="Google Shape;148;p27"/>
          <p:cNvSpPr txBox="1">
            <a:spLocks noGrp="1"/>
          </p:cNvSpPr>
          <p:nvPr>
            <p:ph type="title" idx="3" hasCustomPrompt="1"/>
          </p:nvPr>
        </p:nvSpPr>
        <p:spPr>
          <a:xfrm>
            <a:off x="8127900" y="3124604"/>
            <a:ext cx="2945600" cy="1093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500"/>
              <a:buNone/>
              <a:defRPr sz="8000">
                <a:solidFill>
                  <a:schemeClr val="dk2"/>
                </a:solidFill>
              </a:defRPr>
            </a:lvl1pPr>
            <a:lvl2pPr lvl="1" algn="ctr" rtl="0">
              <a:spcBef>
                <a:spcPts val="0"/>
              </a:spcBef>
              <a:spcAft>
                <a:spcPts val="0"/>
              </a:spcAft>
              <a:buClr>
                <a:schemeClr val="dk2"/>
              </a:buClr>
              <a:buSzPts val="4500"/>
              <a:buNone/>
              <a:defRPr sz="6000">
                <a:solidFill>
                  <a:schemeClr val="dk2"/>
                </a:solidFill>
              </a:defRPr>
            </a:lvl2pPr>
            <a:lvl3pPr lvl="2" algn="ctr" rtl="0">
              <a:spcBef>
                <a:spcPts val="0"/>
              </a:spcBef>
              <a:spcAft>
                <a:spcPts val="0"/>
              </a:spcAft>
              <a:buClr>
                <a:schemeClr val="dk2"/>
              </a:buClr>
              <a:buSzPts val="4500"/>
              <a:buNone/>
              <a:defRPr sz="6000">
                <a:solidFill>
                  <a:schemeClr val="dk2"/>
                </a:solidFill>
              </a:defRPr>
            </a:lvl3pPr>
            <a:lvl4pPr lvl="3" algn="ctr" rtl="0">
              <a:spcBef>
                <a:spcPts val="0"/>
              </a:spcBef>
              <a:spcAft>
                <a:spcPts val="0"/>
              </a:spcAft>
              <a:buClr>
                <a:schemeClr val="dk2"/>
              </a:buClr>
              <a:buSzPts val="4500"/>
              <a:buNone/>
              <a:defRPr sz="6000">
                <a:solidFill>
                  <a:schemeClr val="dk2"/>
                </a:solidFill>
              </a:defRPr>
            </a:lvl4pPr>
            <a:lvl5pPr lvl="4" algn="ctr" rtl="0">
              <a:spcBef>
                <a:spcPts val="0"/>
              </a:spcBef>
              <a:spcAft>
                <a:spcPts val="0"/>
              </a:spcAft>
              <a:buClr>
                <a:schemeClr val="dk2"/>
              </a:buClr>
              <a:buSzPts val="4500"/>
              <a:buNone/>
              <a:defRPr sz="6000">
                <a:solidFill>
                  <a:schemeClr val="dk2"/>
                </a:solidFill>
              </a:defRPr>
            </a:lvl5pPr>
            <a:lvl6pPr lvl="5" algn="ctr" rtl="0">
              <a:spcBef>
                <a:spcPts val="0"/>
              </a:spcBef>
              <a:spcAft>
                <a:spcPts val="0"/>
              </a:spcAft>
              <a:buClr>
                <a:schemeClr val="dk2"/>
              </a:buClr>
              <a:buSzPts val="4500"/>
              <a:buNone/>
              <a:defRPr sz="6000">
                <a:solidFill>
                  <a:schemeClr val="dk2"/>
                </a:solidFill>
              </a:defRPr>
            </a:lvl6pPr>
            <a:lvl7pPr lvl="6" algn="ctr" rtl="0">
              <a:spcBef>
                <a:spcPts val="0"/>
              </a:spcBef>
              <a:spcAft>
                <a:spcPts val="0"/>
              </a:spcAft>
              <a:buClr>
                <a:schemeClr val="dk2"/>
              </a:buClr>
              <a:buSzPts val="4500"/>
              <a:buNone/>
              <a:defRPr sz="6000">
                <a:solidFill>
                  <a:schemeClr val="dk2"/>
                </a:solidFill>
              </a:defRPr>
            </a:lvl7pPr>
            <a:lvl8pPr lvl="7" algn="ctr" rtl="0">
              <a:spcBef>
                <a:spcPts val="0"/>
              </a:spcBef>
              <a:spcAft>
                <a:spcPts val="0"/>
              </a:spcAft>
              <a:buClr>
                <a:schemeClr val="dk2"/>
              </a:buClr>
              <a:buSzPts val="4500"/>
              <a:buNone/>
              <a:defRPr sz="6000">
                <a:solidFill>
                  <a:schemeClr val="dk2"/>
                </a:solidFill>
              </a:defRPr>
            </a:lvl8pPr>
            <a:lvl9pPr lvl="8" algn="ctr" rtl="0">
              <a:spcBef>
                <a:spcPts val="0"/>
              </a:spcBef>
              <a:spcAft>
                <a:spcPts val="0"/>
              </a:spcAft>
              <a:buClr>
                <a:schemeClr val="dk2"/>
              </a:buClr>
              <a:buSzPts val="4500"/>
              <a:buNone/>
              <a:defRPr sz="6000">
                <a:solidFill>
                  <a:schemeClr val="dk2"/>
                </a:solidFill>
              </a:defRPr>
            </a:lvl9pPr>
          </a:lstStyle>
          <a:p>
            <a:r>
              <a:t>xx%</a:t>
            </a:r>
          </a:p>
        </p:txBody>
      </p:sp>
      <p:sp>
        <p:nvSpPr>
          <p:cNvPr id="149" name="Google Shape;149;p27"/>
          <p:cNvSpPr txBox="1">
            <a:spLocks noGrp="1"/>
          </p:cNvSpPr>
          <p:nvPr>
            <p:ph type="title" idx="4"/>
          </p:nvPr>
        </p:nvSpPr>
        <p:spPr>
          <a:xfrm>
            <a:off x="1118500" y="4376273"/>
            <a:ext cx="2945600" cy="50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50" name="Google Shape;150;p27"/>
          <p:cNvSpPr txBox="1">
            <a:spLocks noGrp="1"/>
          </p:cNvSpPr>
          <p:nvPr>
            <p:ph type="subTitle" idx="1"/>
          </p:nvPr>
        </p:nvSpPr>
        <p:spPr>
          <a:xfrm>
            <a:off x="1118500" y="4859619"/>
            <a:ext cx="2945600" cy="10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1" name="Google Shape;151;p27"/>
          <p:cNvSpPr txBox="1">
            <a:spLocks noGrp="1"/>
          </p:cNvSpPr>
          <p:nvPr>
            <p:ph type="title" idx="5"/>
          </p:nvPr>
        </p:nvSpPr>
        <p:spPr>
          <a:xfrm>
            <a:off x="4623200" y="4376273"/>
            <a:ext cx="2945600" cy="50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52" name="Google Shape;152;p27"/>
          <p:cNvSpPr txBox="1">
            <a:spLocks noGrp="1"/>
          </p:cNvSpPr>
          <p:nvPr>
            <p:ph type="subTitle" idx="6"/>
          </p:nvPr>
        </p:nvSpPr>
        <p:spPr>
          <a:xfrm>
            <a:off x="4623200" y="4859619"/>
            <a:ext cx="2945600" cy="10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3" name="Google Shape;153;p27"/>
          <p:cNvSpPr txBox="1">
            <a:spLocks noGrp="1"/>
          </p:cNvSpPr>
          <p:nvPr>
            <p:ph type="title" idx="7"/>
          </p:nvPr>
        </p:nvSpPr>
        <p:spPr>
          <a:xfrm>
            <a:off x="8127900" y="4376273"/>
            <a:ext cx="2945600" cy="50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1800"/>
              <a:buNone/>
              <a:defRPr sz="2400">
                <a:solidFill>
                  <a:schemeClr val="dk2"/>
                </a:solidFill>
              </a:defRPr>
            </a:lvl1pPr>
            <a:lvl2pPr lvl="1" algn="ctr" rtl="0">
              <a:spcBef>
                <a:spcPts val="0"/>
              </a:spcBef>
              <a:spcAft>
                <a:spcPts val="0"/>
              </a:spcAft>
              <a:buClr>
                <a:schemeClr val="dk2"/>
              </a:buClr>
              <a:buSzPts val="1800"/>
              <a:buNone/>
              <a:defRPr sz="2400">
                <a:solidFill>
                  <a:schemeClr val="dk2"/>
                </a:solidFill>
              </a:defRPr>
            </a:lvl2pPr>
            <a:lvl3pPr lvl="2" algn="ctr" rtl="0">
              <a:spcBef>
                <a:spcPts val="0"/>
              </a:spcBef>
              <a:spcAft>
                <a:spcPts val="0"/>
              </a:spcAft>
              <a:buClr>
                <a:schemeClr val="dk2"/>
              </a:buClr>
              <a:buSzPts val="1800"/>
              <a:buNone/>
              <a:defRPr sz="2400">
                <a:solidFill>
                  <a:schemeClr val="dk2"/>
                </a:solidFill>
              </a:defRPr>
            </a:lvl3pPr>
            <a:lvl4pPr lvl="3" algn="ctr" rtl="0">
              <a:spcBef>
                <a:spcPts val="0"/>
              </a:spcBef>
              <a:spcAft>
                <a:spcPts val="0"/>
              </a:spcAft>
              <a:buClr>
                <a:schemeClr val="dk2"/>
              </a:buClr>
              <a:buSzPts val="1800"/>
              <a:buNone/>
              <a:defRPr sz="2400">
                <a:solidFill>
                  <a:schemeClr val="dk2"/>
                </a:solidFill>
              </a:defRPr>
            </a:lvl4pPr>
            <a:lvl5pPr lvl="4" algn="ctr" rtl="0">
              <a:spcBef>
                <a:spcPts val="0"/>
              </a:spcBef>
              <a:spcAft>
                <a:spcPts val="0"/>
              </a:spcAft>
              <a:buClr>
                <a:schemeClr val="dk2"/>
              </a:buClr>
              <a:buSzPts val="1800"/>
              <a:buNone/>
              <a:defRPr sz="2400">
                <a:solidFill>
                  <a:schemeClr val="dk2"/>
                </a:solidFill>
              </a:defRPr>
            </a:lvl5pPr>
            <a:lvl6pPr lvl="5" algn="ctr" rtl="0">
              <a:spcBef>
                <a:spcPts val="0"/>
              </a:spcBef>
              <a:spcAft>
                <a:spcPts val="0"/>
              </a:spcAft>
              <a:buClr>
                <a:schemeClr val="dk2"/>
              </a:buClr>
              <a:buSzPts val="1800"/>
              <a:buNone/>
              <a:defRPr sz="2400">
                <a:solidFill>
                  <a:schemeClr val="dk2"/>
                </a:solidFill>
              </a:defRPr>
            </a:lvl6pPr>
            <a:lvl7pPr lvl="6" algn="ctr" rtl="0">
              <a:spcBef>
                <a:spcPts val="0"/>
              </a:spcBef>
              <a:spcAft>
                <a:spcPts val="0"/>
              </a:spcAft>
              <a:buClr>
                <a:schemeClr val="dk2"/>
              </a:buClr>
              <a:buSzPts val="1800"/>
              <a:buNone/>
              <a:defRPr sz="2400">
                <a:solidFill>
                  <a:schemeClr val="dk2"/>
                </a:solidFill>
              </a:defRPr>
            </a:lvl7pPr>
            <a:lvl8pPr lvl="7" algn="ctr" rtl="0">
              <a:spcBef>
                <a:spcPts val="0"/>
              </a:spcBef>
              <a:spcAft>
                <a:spcPts val="0"/>
              </a:spcAft>
              <a:buClr>
                <a:schemeClr val="dk2"/>
              </a:buClr>
              <a:buSzPts val="1800"/>
              <a:buNone/>
              <a:defRPr sz="2400">
                <a:solidFill>
                  <a:schemeClr val="dk2"/>
                </a:solidFill>
              </a:defRPr>
            </a:lvl8pPr>
            <a:lvl9pPr lvl="8" algn="ctr" rtl="0">
              <a:spcBef>
                <a:spcPts val="0"/>
              </a:spcBef>
              <a:spcAft>
                <a:spcPts val="0"/>
              </a:spcAft>
              <a:buClr>
                <a:schemeClr val="dk2"/>
              </a:buClr>
              <a:buSzPts val="1800"/>
              <a:buNone/>
              <a:defRPr sz="2400">
                <a:solidFill>
                  <a:schemeClr val="dk2"/>
                </a:solidFill>
              </a:defRPr>
            </a:lvl9pPr>
          </a:lstStyle>
          <a:p>
            <a:r>
              <a:rPr lang="en-US"/>
              <a:t>Click to edit Master title style</a:t>
            </a:r>
            <a:endParaRPr/>
          </a:p>
        </p:txBody>
      </p:sp>
      <p:sp>
        <p:nvSpPr>
          <p:cNvPr id="154" name="Google Shape;154;p27"/>
          <p:cNvSpPr txBox="1">
            <a:spLocks noGrp="1"/>
          </p:cNvSpPr>
          <p:nvPr>
            <p:ph type="subTitle" idx="8"/>
          </p:nvPr>
        </p:nvSpPr>
        <p:spPr>
          <a:xfrm>
            <a:off x="8127900" y="4859619"/>
            <a:ext cx="2945600" cy="10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5" name="Google Shape;155;p27"/>
          <p:cNvSpPr txBox="1">
            <a:spLocks noGrp="1"/>
          </p:cNvSpPr>
          <p:nvPr>
            <p:ph type="title" idx="9"/>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Tree>
    <p:extLst>
      <p:ext uri="{BB962C8B-B14F-4D97-AF65-F5344CB8AC3E}">
        <p14:creationId xmlns:p14="http://schemas.microsoft.com/office/powerpoint/2010/main" val="1641900063"/>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56"/>
        <p:cNvGrpSpPr/>
        <p:nvPr/>
      </p:nvGrpSpPr>
      <p:grpSpPr>
        <a:xfrm>
          <a:off x="0" y="0"/>
          <a:ext cx="0" cy="0"/>
          <a:chOff x="0" y="0"/>
          <a:chExt cx="0" cy="0"/>
        </a:xfrm>
      </p:grpSpPr>
      <p:sp>
        <p:nvSpPr>
          <p:cNvPr id="157" name="Google Shape;157;p28"/>
          <p:cNvSpPr txBox="1">
            <a:spLocks noGrp="1"/>
          </p:cNvSpPr>
          <p:nvPr>
            <p:ph type="title"/>
          </p:nvPr>
        </p:nvSpPr>
        <p:spPr>
          <a:xfrm>
            <a:off x="950800" y="1601483"/>
            <a:ext cx="5050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158" name="Google Shape;158;p28"/>
          <p:cNvSpPr txBox="1">
            <a:spLocks noGrp="1"/>
          </p:cNvSpPr>
          <p:nvPr>
            <p:ph type="subTitle" idx="1"/>
          </p:nvPr>
        </p:nvSpPr>
        <p:spPr>
          <a:xfrm>
            <a:off x="950800" y="2455016"/>
            <a:ext cx="4567600" cy="280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Char char="●"/>
              <a:defRPr sz="1867"/>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Tree>
    <p:extLst>
      <p:ext uri="{BB962C8B-B14F-4D97-AF65-F5344CB8AC3E}">
        <p14:creationId xmlns:p14="http://schemas.microsoft.com/office/powerpoint/2010/main" val="115798386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xfrm>
            <a:off x="5985467" y="2163367"/>
            <a:ext cx="5360400" cy="1335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solidFill>
                  <a:schemeClr val="lt1"/>
                </a:solidFill>
                <a:highlight>
                  <a:schemeClr val="dk2"/>
                </a:highlight>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a:t>Click to edit Master title style</a:t>
            </a:r>
            <a:endParaRPr/>
          </a:p>
        </p:txBody>
      </p:sp>
      <p:sp>
        <p:nvSpPr>
          <p:cNvPr id="161" name="Google Shape;161;p29"/>
          <p:cNvSpPr txBox="1">
            <a:spLocks noGrp="1"/>
          </p:cNvSpPr>
          <p:nvPr>
            <p:ph type="subTitle" idx="1"/>
          </p:nvPr>
        </p:nvSpPr>
        <p:spPr>
          <a:xfrm>
            <a:off x="5985460" y="3589005"/>
            <a:ext cx="4567600" cy="109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Char char="●"/>
              <a:defRPr sz="1867"/>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Tree>
    <p:extLst>
      <p:ext uri="{BB962C8B-B14F-4D97-AF65-F5344CB8AC3E}">
        <p14:creationId xmlns:p14="http://schemas.microsoft.com/office/powerpoint/2010/main" val="419312344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950800" y="719200"/>
            <a:ext cx="10290400" cy="763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200"/>
              <a:buNone/>
              <a:defRPr>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164" name="Google Shape;164;p30"/>
          <p:cNvSpPr txBox="1">
            <a:spLocks noGrp="1"/>
          </p:cNvSpPr>
          <p:nvPr>
            <p:ph type="body" idx="1"/>
          </p:nvPr>
        </p:nvSpPr>
        <p:spPr>
          <a:xfrm>
            <a:off x="950800" y="1756600"/>
            <a:ext cx="5599600" cy="1967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dk2"/>
              </a:buClr>
              <a:buSzPts val="1400"/>
              <a:buChar char="●"/>
              <a:defRPr sz="1867"/>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2327470803"/>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65"/>
        <p:cNvGrpSpPr/>
        <p:nvPr/>
      </p:nvGrpSpPr>
      <p:grpSpPr>
        <a:xfrm>
          <a:off x="0" y="0"/>
          <a:ext cx="0" cy="0"/>
          <a:chOff x="0" y="0"/>
          <a:chExt cx="0" cy="0"/>
        </a:xfrm>
      </p:grpSpPr>
      <p:sp>
        <p:nvSpPr>
          <p:cNvPr id="166" name="Google Shape;166;p31"/>
          <p:cNvSpPr txBox="1">
            <a:spLocks noGrp="1"/>
          </p:cNvSpPr>
          <p:nvPr>
            <p:ph type="title"/>
          </p:nvPr>
        </p:nvSpPr>
        <p:spPr>
          <a:xfrm>
            <a:off x="950967" y="946537"/>
            <a:ext cx="5027200" cy="1274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200"/>
              <a:buNone/>
              <a:defRPr sz="8000">
                <a:solidFill>
                  <a:schemeClr val="lt1"/>
                </a:solidFill>
                <a:highlight>
                  <a:schemeClr val="dk2"/>
                </a:highlight>
              </a:defRPr>
            </a:lvl1pPr>
            <a:lvl2pPr lvl="1" rtl="0">
              <a:spcBef>
                <a:spcPts val="0"/>
              </a:spcBef>
              <a:spcAft>
                <a:spcPts val="0"/>
              </a:spcAft>
              <a:buClr>
                <a:schemeClr val="lt1"/>
              </a:buClr>
              <a:buSzPts val="3200"/>
              <a:buNone/>
              <a:defRPr>
                <a:solidFill>
                  <a:schemeClr val="lt1"/>
                </a:solidFill>
                <a:highlight>
                  <a:schemeClr val="dk2"/>
                </a:highlight>
              </a:defRPr>
            </a:lvl2pPr>
            <a:lvl3pPr lvl="2" rtl="0">
              <a:spcBef>
                <a:spcPts val="0"/>
              </a:spcBef>
              <a:spcAft>
                <a:spcPts val="0"/>
              </a:spcAft>
              <a:buClr>
                <a:schemeClr val="lt1"/>
              </a:buClr>
              <a:buSzPts val="3200"/>
              <a:buNone/>
              <a:defRPr>
                <a:solidFill>
                  <a:schemeClr val="lt1"/>
                </a:solidFill>
                <a:highlight>
                  <a:schemeClr val="dk2"/>
                </a:highlight>
              </a:defRPr>
            </a:lvl3pPr>
            <a:lvl4pPr lvl="3" rtl="0">
              <a:spcBef>
                <a:spcPts val="0"/>
              </a:spcBef>
              <a:spcAft>
                <a:spcPts val="0"/>
              </a:spcAft>
              <a:buClr>
                <a:schemeClr val="lt1"/>
              </a:buClr>
              <a:buSzPts val="3200"/>
              <a:buNone/>
              <a:defRPr>
                <a:solidFill>
                  <a:schemeClr val="lt1"/>
                </a:solidFill>
                <a:highlight>
                  <a:schemeClr val="dk2"/>
                </a:highlight>
              </a:defRPr>
            </a:lvl4pPr>
            <a:lvl5pPr lvl="4" rtl="0">
              <a:spcBef>
                <a:spcPts val="0"/>
              </a:spcBef>
              <a:spcAft>
                <a:spcPts val="0"/>
              </a:spcAft>
              <a:buClr>
                <a:schemeClr val="lt1"/>
              </a:buClr>
              <a:buSzPts val="3200"/>
              <a:buNone/>
              <a:defRPr>
                <a:solidFill>
                  <a:schemeClr val="lt1"/>
                </a:solidFill>
                <a:highlight>
                  <a:schemeClr val="dk2"/>
                </a:highlight>
              </a:defRPr>
            </a:lvl5pPr>
            <a:lvl6pPr lvl="5" rtl="0">
              <a:spcBef>
                <a:spcPts val="0"/>
              </a:spcBef>
              <a:spcAft>
                <a:spcPts val="0"/>
              </a:spcAft>
              <a:buClr>
                <a:schemeClr val="lt1"/>
              </a:buClr>
              <a:buSzPts val="3200"/>
              <a:buNone/>
              <a:defRPr>
                <a:solidFill>
                  <a:schemeClr val="lt1"/>
                </a:solidFill>
                <a:highlight>
                  <a:schemeClr val="dk2"/>
                </a:highlight>
              </a:defRPr>
            </a:lvl6pPr>
            <a:lvl7pPr lvl="6" rtl="0">
              <a:spcBef>
                <a:spcPts val="0"/>
              </a:spcBef>
              <a:spcAft>
                <a:spcPts val="0"/>
              </a:spcAft>
              <a:buClr>
                <a:schemeClr val="lt1"/>
              </a:buClr>
              <a:buSzPts val="3200"/>
              <a:buNone/>
              <a:defRPr>
                <a:solidFill>
                  <a:schemeClr val="lt1"/>
                </a:solidFill>
                <a:highlight>
                  <a:schemeClr val="dk2"/>
                </a:highlight>
              </a:defRPr>
            </a:lvl7pPr>
            <a:lvl8pPr lvl="7" rtl="0">
              <a:spcBef>
                <a:spcPts val="0"/>
              </a:spcBef>
              <a:spcAft>
                <a:spcPts val="0"/>
              </a:spcAft>
              <a:buClr>
                <a:schemeClr val="lt1"/>
              </a:buClr>
              <a:buSzPts val="3200"/>
              <a:buNone/>
              <a:defRPr>
                <a:solidFill>
                  <a:schemeClr val="lt1"/>
                </a:solidFill>
                <a:highlight>
                  <a:schemeClr val="dk2"/>
                </a:highlight>
              </a:defRPr>
            </a:lvl8pPr>
            <a:lvl9pPr lvl="8" rtl="0">
              <a:spcBef>
                <a:spcPts val="0"/>
              </a:spcBef>
              <a:spcAft>
                <a:spcPts val="0"/>
              </a:spcAft>
              <a:buClr>
                <a:schemeClr val="lt1"/>
              </a:buClr>
              <a:buSzPts val="3200"/>
              <a:buNone/>
              <a:defRPr>
                <a:solidFill>
                  <a:schemeClr val="lt1"/>
                </a:solidFill>
                <a:highlight>
                  <a:schemeClr val="dk2"/>
                </a:highlight>
              </a:defRPr>
            </a:lvl9pPr>
          </a:lstStyle>
          <a:p>
            <a:r>
              <a:rPr lang="en-US"/>
              <a:t>Click to edit Master title style</a:t>
            </a:r>
            <a:endParaRPr/>
          </a:p>
        </p:txBody>
      </p:sp>
      <p:sp>
        <p:nvSpPr>
          <p:cNvPr id="167" name="Google Shape;167;p31"/>
          <p:cNvSpPr txBox="1">
            <a:spLocks noGrp="1"/>
          </p:cNvSpPr>
          <p:nvPr>
            <p:ph type="subTitle" idx="1"/>
          </p:nvPr>
        </p:nvSpPr>
        <p:spPr>
          <a:xfrm>
            <a:off x="950800" y="2354733"/>
            <a:ext cx="4197600" cy="137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8" name="Google Shape;168;p31"/>
          <p:cNvSpPr txBox="1"/>
          <p:nvPr/>
        </p:nvSpPr>
        <p:spPr>
          <a:xfrm>
            <a:off x="950800" y="4679093"/>
            <a:ext cx="4475200" cy="7948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1600">
                <a:solidFill>
                  <a:schemeClr val="dk1"/>
                </a:solidFill>
                <a:latin typeface="Source Sans Pro"/>
                <a:ea typeface="Source Sans Pro"/>
                <a:cs typeface="Source Sans Pro"/>
                <a:sym typeface="Source Sans Pro"/>
              </a:rPr>
              <a:t>Credits: This presentation template was created by </a:t>
            </a:r>
            <a:r>
              <a:rPr lang="en" sz="1600" b="1">
                <a:solidFill>
                  <a:schemeClr val="dk1"/>
                </a:solidFill>
                <a:uFill>
                  <a:noFill/>
                </a:uFill>
                <a:latin typeface="Source Sans Pro"/>
                <a:ea typeface="Source Sans Pro"/>
                <a:cs typeface="Source Sans Pro"/>
                <a:sym typeface="Source Sans Pro"/>
                <a:hlinkClick r:id="rId2">
                  <a:extLst>
                    <a:ext uri="{A12FA001-AC4F-418D-AE19-62706E023703}">
                      <ahyp:hlinkClr xmlns:ahyp="http://schemas.microsoft.com/office/drawing/2018/hyperlinkcolor" val="tx"/>
                    </a:ext>
                  </a:extLst>
                </a:hlinkClick>
              </a:rPr>
              <a:t>Slidesgo</a:t>
            </a:r>
            <a:r>
              <a:rPr lang="en" sz="1600">
                <a:solidFill>
                  <a:schemeClr val="dk1"/>
                </a:solidFill>
                <a:latin typeface="Source Sans Pro"/>
                <a:ea typeface="Source Sans Pro"/>
                <a:cs typeface="Source Sans Pro"/>
                <a:sym typeface="Source Sans Pro"/>
              </a:rPr>
              <a:t>, including icons by </a:t>
            </a:r>
            <a:r>
              <a:rPr lang="en" sz="1600" b="1">
                <a:solidFill>
                  <a:schemeClr val="dk1"/>
                </a:solidFill>
                <a:uFill>
                  <a:noFill/>
                </a:uFill>
                <a:latin typeface="Source Sans Pro"/>
                <a:ea typeface="Source Sans Pro"/>
                <a:cs typeface="Source Sans Pro"/>
                <a:sym typeface="Source Sans Pro"/>
                <a:hlinkClick r:id="rId3">
                  <a:extLst>
                    <a:ext uri="{A12FA001-AC4F-418D-AE19-62706E023703}">
                      <ahyp:hlinkClr xmlns:ahyp="http://schemas.microsoft.com/office/drawing/2018/hyperlinkcolor" val="tx"/>
                    </a:ext>
                  </a:extLst>
                </a:hlinkClick>
              </a:rPr>
              <a:t>Flaticon</a:t>
            </a:r>
            <a:r>
              <a:rPr lang="en" sz="1600">
                <a:solidFill>
                  <a:schemeClr val="dk1"/>
                </a:solidFill>
                <a:latin typeface="Source Sans Pro"/>
                <a:ea typeface="Source Sans Pro"/>
                <a:cs typeface="Source Sans Pro"/>
                <a:sym typeface="Source Sans Pro"/>
              </a:rPr>
              <a:t>, infographics &amp; images by </a:t>
            </a:r>
            <a:r>
              <a:rPr lang="en" sz="1600" b="1">
                <a:solidFill>
                  <a:schemeClr val="dk1"/>
                </a:solidFill>
                <a:uFill>
                  <a:noFill/>
                </a:uFill>
                <a:latin typeface="Source Sans Pro"/>
                <a:ea typeface="Source Sans Pro"/>
                <a:cs typeface="Source Sans Pro"/>
                <a:sym typeface="Source Sans Pro"/>
                <a:hlinkClick r:id="rId4">
                  <a:extLst>
                    <a:ext uri="{A12FA001-AC4F-418D-AE19-62706E023703}">
                      <ahyp:hlinkClr xmlns:ahyp="http://schemas.microsoft.com/office/drawing/2018/hyperlinkcolor" val="tx"/>
                    </a:ext>
                  </a:extLst>
                </a:hlinkClick>
              </a:rPr>
              <a:t>Freepik</a:t>
            </a:r>
            <a:endParaRPr sz="1600">
              <a:solidFill>
                <a:schemeClr val="dk1"/>
              </a:solidFill>
              <a:latin typeface="Source Sans Pro"/>
              <a:ea typeface="Source Sans Pro"/>
              <a:cs typeface="Source Sans Pro"/>
              <a:sym typeface="Source Sans Pro"/>
            </a:endParaRPr>
          </a:p>
        </p:txBody>
      </p:sp>
    </p:spTree>
    <p:extLst>
      <p:ext uri="{BB962C8B-B14F-4D97-AF65-F5344CB8AC3E}">
        <p14:creationId xmlns:p14="http://schemas.microsoft.com/office/powerpoint/2010/main" val="26406056"/>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dk2"/>
        </a:solidFill>
        <a:effectLst/>
      </p:bgPr>
    </p:bg>
    <p:spTree>
      <p:nvGrpSpPr>
        <p:cNvPr id="1" name="Shape 169"/>
        <p:cNvGrpSpPr/>
        <p:nvPr/>
      </p:nvGrpSpPr>
      <p:grpSpPr>
        <a:xfrm>
          <a:off x="0" y="0"/>
          <a:ext cx="0" cy="0"/>
          <a:chOff x="0" y="0"/>
          <a:chExt cx="0" cy="0"/>
        </a:xfrm>
      </p:grpSpPr>
    </p:spTree>
    <p:extLst>
      <p:ext uri="{BB962C8B-B14F-4D97-AF65-F5344CB8AC3E}">
        <p14:creationId xmlns:p14="http://schemas.microsoft.com/office/powerpoint/2010/main" val="2856990183"/>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70"/>
        <p:cNvGrpSpPr/>
        <p:nvPr/>
      </p:nvGrpSpPr>
      <p:grpSpPr>
        <a:xfrm>
          <a:off x="0" y="0"/>
          <a:ext cx="0" cy="0"/>
          <a:chOff x="0" y="0"/>
          <a:chExt cx="0" cy="0"/>
        </a:xfrm>
      </p:grpSpPr>
    </p:spTree>
    <p:extLst>
      <p:ext uri="{BB962C8B-B14F-4D97-AF65-F5344CB8AC3E}">
        <p14:creationId xmlns:p14="http://schemas.microsoft.com/office/powerpoint/2010/main" val="2356811818"/>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a:prstGeom prst="rect">
            <a:avLst/>
          </a:prstGeo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a:prstGeom prst="rect">
            <a:avLst/>
          </a:prstGeom>
        </p:spPr>
        <p:txBody>
          <a:bodyPr>
            <a:noAutofit/>
          </a:bodyPr>
          <a:lstStyle>
            <a:lvl1pPr>
              <a:defRPr>
                <a:solidFill>
                  <a:schemeClr val="bg1"/>
                </a:solidFill>
                <a:effectLst/>
              </a:defRPr>
            </a:lvl1pPr>
          </a:lstStyle>
          <a:p>
            <a:fld id="{83DFFD80-41C6-4EAA-B049-EE90EA550127}" type="datetime1">
              <a:rPr lang="en-US" smtClean="0"/>
              <a:t>5/6/2026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610600" y="6356350"/>
            <a:ext cx="2743200"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a:prstGeom prst="rect">
            <a:avLst/>
          </a:prstGeo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bg1"/>
                </a:solidFill>
                <a:effectLst/>
              </a:defRPr>
            </a:lvl1pPr>
          </a:lstStyle>
          <a:p>
            <a:fld id="{44210B3C-79E3-495A-B2C3-EF766F409D04}" type="datetime1">
              <a:rPr lang="en-US" smtClean="0"/>
              <a:t>5/6/2026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610600" y="6356350"/>
            <a:ext cx="2743200"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a:prstGeom prst="rect">
            <a:avLst/>
          </a:prstGeo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a:prstGeom prst="rect">
            <a:avLst/>
          </a:prstGeom>
        </p:spPr>
        <p:txBody>
          <a:bodyPr>
            <a:noAutofit/>
          </a:bodyPr>
          <a:lstStyle>
            <a:lvl1pPr>
              <a:defRPr>
                <a:solidFill>
                  <a:schemeClr val="bg1"/>
                </a:solidFill>
              </a:defRPr>
            </a:lvl1pPr>
          </a:lstStyle>
          <a:p>
            <a:fld id="{D6235515-DA3D-4D9A-9B02-44E2CBD9110F}" type="datetime1">
              <a:rPr lang="en-US" smtClean="0"/>
              <a:t>5/6/2026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a:prstGeom prst="rect">
            <a:avLst/>
          </a:prstGeo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a:prstGeom prst="rect">
            <a:avLst/>
          </a:prstGeom>
        </p:spPr>
        <p:txBody>
          <a:bodyPr>
            <a:noAutofit/>
          </a:bodyPr>
          <a:lstStyle/>
          <a:p>
            <a:fld id="{852BD0B2-E7A7-4B81-8BAF-4B92BD6A4310}" type="datetime1">
              <a:rPr lang="en-US" smtClean="0"/>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a:prstGeom prst="rect">
            <a:avLst/>
          </a:prstGeo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038600" y="6356350"/>
            <a:ext cx="4114800" cy="365125"/>
          </a:xfrm>
          <a:prstGeom prst="rect">
            <a:avLst/>
          </a:prstGeom>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38200" y="6356350"/>
            <a:ext cx="2743200" cy="365125"/>
          </a:xfrm>
          <a:prstGeom prst="rect">
            <a:avLst/>
          </a:prstGeom>
        </p:spPr>
        <p:txBody>
          <a:bodyPr>
            <a:noAutofit/>
          </a:bodyPr>
          <a:lstStyle>
            <a:lvl1pPr>
              <a:defRPr>
                <a:solidFill>
                  <a:schemeClr val="bg2"/>
                </a:solidFill>
              </a:defRPr>
            </a:lvl1pPr>
          </a:lstStyle>
          <a:p>
            <a:fld id="{A0E657DB-59AB-47CC-B4C7-A245A3C76BB1}" type="datetime1">
              <a:rPr lang="en-US" smtClean="0"/>
              <a:t>5/6/2026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610600" y="6356350"/>
            <a:ext cx="2743200" cy="365125"/>
          </a:xfrm>
          <a:prstGeom prst="rect">
            <a:avLst/>
          </a:prstGeom>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38600" y="6356350"/>
            <a:ext cx="4114800" cy="365125"/>
          </a:xfrm>
          <a:prstGeom prst="rect">
            <a:avLst/>
          </a:prstGeom>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38200" y="6356350"/>
            <a:ext cx="2743200" cy="365125"/>
          </a:xfrm>
          <a:prstGeom prst="rect">
            <a:avLst/>
          </a:prstGeom>
        </p:spPr>
        <p:txBody>
          <a:bodyPr>
            <a:noAutofit/>
          </a:bodyPr>
          <a:lstStyle/>
          <a:p>
            <a:fld id="{96A40708-E793-490B-9201-425C8D1F325C}" type="datetime1">
              <a:rPr lang="en-US" smtClean="0"/>
              <a:t>5/6/2026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a:prstGeom prst="rect">
            <a:avLst/>
          </a:prstGeo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fld id="{C1968991-530B-4F8D-80FE-2192BD2DD5A5}" type="datetime1">
              <a:rPr lang="en-US" smtClean="0"/>
              <a:t>5/6/2026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038600" y="6356350"/>
            <a:ext cx="4114800" cy="365125"/>
          </a:xfrm>
          <a:prstGeom prst="rect">
            <a:avLst/>
          </a:prstGeo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38200" y="6356350"/>
            <a:ext cx="2743200" cy="365125"/>
          </a:xfrm>
          <a:prstGeom prst="rect">
            <a:avLst/>
          </a:prstGeom>
        </p:spPr>
        <p:txBody>
          <a:bodyPr>
            <a:noAutofit/>
          </a:bodyPr>
          <a:lstStyle/>
          <a:p>
            <a:fld id="{C23477E6-5CE8-4544-92C7-AEB7D166FD7D}" type="datetime1">
              <a:rPr lang="en-US" smtClean="0"/>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38200" y="6356350"/>
            <a:ext cx="2743200" cy="365125"/>
          </a:xfrm>
          <a:prstGeom prst="rect">
            <a:avLst/>
          </a:prstGeom>
        </p:spPr>
        <p:txBody>
          <a:bodyPr>
            <a:noAutofit/>
          </a:bodyPr>
          <a:lstStyle/>
          <a:p>
            <a:fld id="{659F5542-E2F9-4DC1-8AB7-8E5D8714BD21}" type="datetime1">
              <a:rPr lang="en-US" smtClean="0"/>
              <a:t>5/6/2026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noAutofit/>
          </a:bodyPr>
          <a:lstStyle/>
          <a:p>
            <a:fld id="{DD3D21CC-B9C8-49F6-ADE7-6BF4A546A74E}" type="datetime1">
              <a:rPr lang="en-US" smtClean="0"/>
              <a:t>5/6/2026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a:prstGeom prst="rect">
            <a:avLst/>
          </a:prstGeo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fld id="{40723AE1-14A9-42B1-9F02-B524DA830762}" type="datetime1">
              <a:rPr lang="en-US" smtClean="0"/>
              <a:t>5/6/2026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solidFill>
                <a:effectLst/>
              </a:defRPr>
            </a:lvl1pPr>
          </a:lstStyle>
          <a:p>
            <a:fld id="{F2240801-1142-4411-9AA3-00BC0B3F40DA}" type="datetime1">
              <a:rPr lang="en-US" smtClean="0"/>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a:prstGeom prst="rect">
            <a:avLst/>
          </a:prstGeo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a:prstGeom prst="rect">
            <a:avLst/>
          </a:prstGeom>
        </p:spPr>
        <p:txBody>
          <a:bodyPr>
            <a:noAutofit/>
          </a:bodyPr>
          <a:lstStyle>
            <a:lvl1pPr>
              <a:defRPr>
                <a:solidFill>
                  <a:schemeClr val="tx1"/>
                </a:solidFill>
                <a:effectLst/>
              </a:defRPr>
            </a:lvl1pPr>
          </a:lstStyle>
          <a:p>
            <a:fld id="{7CFA9782-9FBA-47E1-A36A-E75622F7046E}" type="datetime1">
              <a:rPr lang="en-US" smtClean="0"/>
              <a:t>5/6/2026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a:prstGeom prst="rect">
            <a:avLst/>
          </a:prstGeo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a:prstGeom prst="rect">
            <a:avLst/>
          </a:prstGeo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a:prstGeom prst="rect">
            <a:avLst/>
          </a:prstGeom>
        </p:spPr>
        <p:txBody>
          <a:bodyPr>
            <a:noAutofit/>
          </a:bodyPr>
          <a:lstStyle/>
          <a:p>
            <a:fld id="{AAA916C4-9175-479B-9610-7E06A2EDFEE0}" type="datetime1">
              <a:rPr lang="en-US" smtClean="0"/>
              <a:t>5/6/2026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a:prstGeom prst="rect">
            <a:avLst/>
          </a:prstGeo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prstGeom prst="rect">
            <a:avLst/>
          </a:prstGeo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a:noFill/>
        </p:spPr>
        <p:txBody>
          <a:bodyPr>
            <a:noAutofit/>
          </a:bodyPr>
          <a:lstStyle>
            <a:lvl1pPr>
              <a:defRPr>
                <a:solidFill>
                  <a:schemeClr val="tx1"/>
                </a:solidFill>
                <a:effectLst/>
              </a:defRPr>
            </a:lvl1pPr>
          </a:lstStyle>
          <a:p>
            <a:fld id="{71AD2788-6390-4160-9542-0F1C554F0165}" type="datetime1">
              <a:rPr lang="en-US" smtClean="0"/>
              <a:t>5/6/2026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a:prstGeom prst="rect">
            <a:avLst/>
          </a:prstGeo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a:prstGeom prst="rect">
            <a:avLst/>
          </a:prstGeom>
        </p:spPr>
        <p:txBody>
          <a:bodyPr>
            <a:noAutofit/>
          </a:bodyPr>
          <a:lstStyle>
            <a:lvl1pPr>
              <a:defRPr>
                <a:solidFill>
                  <a:schemeClr val="tx1"/>
                </a:solidFill>
                <a:effectLst/>
              </a:defRPr>
            </a:lvl1pPr>
          </a:lstStyle>
          <a:p>
            <a:fld id="{C6E6CDFB-328D-4B9A-B955-967B0C6194A8}" type="datetime1">
              <a:rPr lang="en-US" smtClean="0"/>
              <a:t>5/6/2026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8200" y="6356350"/>
            <a:ext cx="2743200" cy="365125"/>
          </a:xfrm>
          <a:prstGeom prst="rect">
            <a:avLst/>
          </a:prstGeom>
        </p:spPr>
        <p:txBody>
          <a:bodyPr>
            <a:noAutofit/>
          </a:bodyPr>
          <a:lstStyle/>
          <a:p>
            <a:fld id="{0A994DB4-9653-4FD4-8A14-5DAFB68B0E92}" type="datetime1">
              <a:rPr lang="en-US" smtClean="0"/>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8200" y="6356350"/>
            <a:ext cx="2743200" cy="365125"/>
          </a:xfrm>
          <a:prstGeom prst="rect">
            <a:avLst/>
          </a:prstGeom>
        </p:spPr>
        <p:txBody>
          <a:bodyPr>
            <a:noAutofit/>
          </a:bodyPr>
          <a:lstStyle/>
          <a:p>
            <a:fld id="{0BECFC22-7333-427C-A7BB-2A423772B9A0}" type="datetime1">
              <a:rPr lang="en-US" smtClean="0"/>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a:prstGeom prst="rect">
            <a:avLst/>
          </a:prstGeo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a:prstGeom prst="rect">
            <a:avLst/>
          </a:prstGeom>
        </p:spPr>
        <p:txBody>
          <a:bodyPr>
            <a:noAutofit/>
          </a:bodyPr>
          <a:lstStyle/>
          <a:p>
            <a:fld id="{B78D85C6-8657-43F4-BE68-8F80962A5435}" type="datetime1">
              <a:rPr lang="en-US" smtClean="0"/>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a:prstGeom prst="rect">
            <a:avLst/>
          </a:prstGeo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a:prstGeom prst="rect">
            <a:avLst/>
          </a:prstGeo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a:prstGeom prst="rect">
            <a:avLst/>
          </a:prstGeom>
        </p:spPr>
        <p:txBody>
          <a:bodyPr>
            <a:noAutofit/>
          </a:bodyPr>
          <a:lstStyle/>
          <a:p>
            <a:fld id="{59D65A6B-59CD-4A95-97A1-5003425BCE52}" type="datetime1">
              <a:rPr lang="en-US" smtClean="0"/>
              <a:t>5/6/2026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a:prstGeom prst="rect">
            <a:avLst/>
          </a:prstGeo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fld id="{AEBE612C-E459-4252-B286-C98BDF4C5E92}" type="datetime1">
              <a:rPr lang="en-US" smtClean="0"/>
              <a:t>5/6/2026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a:prstGeom prst="rect">
            <a:avLst/>
          </a:prstGeo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a:prstGeom prst="rect">
            <a:avLst/>
          </a:prstGeom>
        </p:spPr>
        <p:txBody>
          <a:bodyPr>
            <a:noAutofit/>
          </a:bodyPr>
          <a:lstStyle/>
          <a:p>
            <a:fld id="{D8568ADA-B78D-4076-A9DF-6C8E04B71243}" type="datetime1">
              <a:rPr lang="en-US" smtClean="0"/>
              <a:t>5/6/2026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8200" y="6356350"/>
            <a:ext cx="2743200" cy="365125"/>
          </a:xfrm>
          <a:prstGeom prst="rect">
            <a:avLst/>
          </a:prstGeom>
        </p:spPr>
        <p:txBody>
          <a:bodyPr>
            <a:noAutofit/>
          </a:bodyPr>
          <a:lstStyle/>
          <a:p>
            <a:fld id="{E3ED234F-BBE0-48A3-AC31-D10A1F3BC187}" type="datetime1">
              <a:rPr lang="en-US" smtClean="0"/>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8200" y="6356350"/>
            <a:ext cx="2743200" cy="365125"/>
          </a:xfrm>
          <a:prstGeom prst="rect">
            <a:avLst/>
          </a:prstGeom>
        </p:spPr>
        <p:txBody>
          <a:bodyPr>
            <a:noAutofit/>
          </a:bodyPr>
          <a:lstStyle/>
          <a:p>
            <a:fld id="{AA0D3809-2B53-482D-AD1B-8B09C4B2656C}" type="datetime1">
              <a:rPr lang="en-US" smtClean="0"/>
              <a:t>5/6/2026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038600" y="6356350"/>
            <a:ext cx="4114800" cy="365125"/>
          </a:xfrm>
          <a:prstGeom prst="rect">
            <a:avLst/>
          </a:prstGeom>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38200" y="6356350"/>
            <a:ext cx="2743200" cy="365125"/>
          </a:xfrm>
          <a:prstGeom prst="rect">
            <a:avLst/>
          </a:prstGeom>
        </p:spPr>
        <p:txBody>
          <a:bodyPr>
            <a:noAutofit/>
          </a:bodyPr>
          <a:lstStyle>
            <a:lvl1pPr algn="r" rtl="0">
              <a:defRPr>
                <a:solidFill>
                  <a:schemeClr val="tx1"/>
                </a:solidFill>
              </a:defRPr>
            </a:lvl1pPr>
          </a:lstStyle>
          <a:p>
            <a:fld id="{154F04C1-B149-48D4-90B8-E64820B32F59}" type="datetime1">
              <a:rPr lang="en-US" smtClean="0"/>
              <a:t>5/6/2026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610600" y="6356350"/>
            <a:ext cx="2743200" cy="365125"/>
          </a:xfrm>
          <a:prstGeom prst="rect">
            <a:avLst/>
          </a:prstGeom>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038600" y="6356350"/>
            <a:ext cx="4114800" cy="365125"/>
          </a:xfrm>
          <a:prstGeom prst="rect">
            <a:avLst/>
          </a:prstGeom>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38200" y="6356350"/>
            <a:ext cx="2743200" cy="365125"/>
          </a:xfrm>
          <a:prstGeom prst="rect">
            <a:avLst/>
          </a:prstGeom>
        </p:spPr>
        <p:txBody>
          <a:bodyPr>
            <a:noAutofit/>
          </a:bodyPr>
          <a:lstStyle>
            <a:lvl1pPr>
              <a:defRPr>
                <a:solidFill>
                  <a:schemeClr val="tx1"/>
                </a:solidFill>
              </a:defRPr>
            </a:lvl1pPr>
          </a:lstStyle>
          <a:p>
            <a:fld id="{81AED7B4-8DB4-40B0-90CF-49D3708442C0}" type="datetime1">
              <a:rPr lang="en-US" smtClean="0"/>
              <a:t>5/6/2026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610600" y="6356350"/>
            <a:ext cx="2743200" cy="365125"/>
          </a:xfrm>
          <a:prstGeom prst="rect">
            <a:avLst/>
          </a:prstGeo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838200" y="6356350"/>
            <a:ext cx="2743200" cy="365125"/>
          </a:xfrm>
          <a:prstGeom prst="rect">
            <a:avLst/>
          </a:prstGeom>
        </p:spPr>
        <p:txBody>
          <a:bodyPr>
            <a:noAutofit/>
          </a:bodyPr>
          <a:lstStyle/>
          <a:p>
            <a:fld id="{F861E720-2EA4-4832-8DC2-DC3D2BDBB07C}" type="datetime1">
              <a:rPr lang="en-US" smtClean="0"/>
              <a:t>5/6/2026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038600" y="6356350"/>
            <a:ext cx="4114800" cy="365125"/>
          </a:xfrm>
          <a:prstGeom prst="rect">
            <a:avLst/>
          </a:prstGeom>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838200" y="6356350"/>
            <a:ext cx="2743200" cy="365125"/>
          </a:xfrm>
          <a:prstGeom prst="rect">
            <a:avLst/>
          </a:prstGeom>
        </p:spPr>
        <p:txBody>
          <a:bodyPr>
            <a:noAutofit/>
          </a:bodyPr>
          <a:lstStyle>
            <a:lvl1pPr>
              <a:defRPr>
                <a:solidFill>
                  <a:schemeClr val="bg1"/>
                </a:solidFill>
              </a:defRPr>
            </a:lvl1pPr>
          </a:lstStyle>
          <a:p>
            <a:fld id="{3BF01E07-9F97-42AE-9FE9-3EAD856BDB2A}" type="datetime1">
              <a:rPr lang="en-US" smtClean="0"/>
              <a:t>5/6/2026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610600" y="6356350"/>
            <a:ext cx="2743200"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038600" y="6356350"/>
            <a:ext cx="4114800" cy="365125"/>
          </a:xfrm>
          <a:prstGeom prst="rect">
            <a:avLst/>
          </a:prstGeom>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838200" y="6356350"/>
            <a:ext cx="2743200" cy="365125"/>
          </a:xfrm>
          <a:prstGeom prst="rect">
            <a:avLst/>
          </a:prstGeom>
        </p:spPr>
        <p:txBody>
          <a:bodyPr>
            <a:noAutofit/>
          </a:bodyPr>
          <a:lstStyle>
            <a:lvl1pPr>
              <a:defRPr>
                <a:solidFill>
                  <a:schemeClr val="bg1"/>
                </a:solidFill>
              </a:defRPr>
            </a:lvl1pPr>
          </a:lstStyle>
          <a:p>
            <a:fld id="{D34B2334-B27F-4DA0-8A92-599603070D6B}" type="datetime1">
              <a:rPr lang="en-US" smtClean="0"/>
              <a:t>5/6/2026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610600" y="6356350"/>
            <a:ext cx="2743200"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038600" y="6356350"/>
            <a:ext cx="4114800" cy="365125"/>
          </a:xfrm>
          <a:prstGeom prst="rect">
            <a:avLst/>
          </a:prstGeom>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838200" y="6356350"/>
            <a:ext cx="2743200" cy="365125"/>
          </a:xfrm>
          <a:prstGeom prst="rect">
            <a:avLst/>
          </a:prstGeom>
        </p:spPr>
        <p:txBody>
          <a:bodyPr>
            <a:noAutofit/>
          </a:bodyPr>
          <a:lstStyle>
            <a:lvl1pPr>
              <a:defRPr>
                <a:solidFill>
                  <a:schemeClr val="bg1"/>
                </a:solidFill>
              </a:defRPr>
            </a:lvl1pPr>
          </a:lstStyle>
          <a:p>
            <a:fld id="{D9B8D85F-DE7D-4C09-9BDD-03377313F809}" type="datetime1">
              <a:rPr lang="en-US" smtClean="0"/>
              <a:t>5/6/2026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610600" y="6356350"/>
            <a:ext cx="2743200" cy="365125"/>
          </a:xfrm>
          <a:prstGeom prst="rect">
            <a:avLst/>
          </a:prstGeo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38200" y="6356350"/>
            <a:ext cx="2743200" cy="365125"/>
          </a:xfrm>
          <a:prstGeom prst="rect">
            <a:avLst/>
          </a:prstGeom>
        </p:spPr>
        <p:txBody>
          <a:bodyPr>
            <a:noAutofit/>
          </a:bodyPr>
          <a:lstStyle/>
          <a:p>
            <a:fld id="{CD150565-788C-402B-B078-3F96B9A231B8}" type="datetime1">
              <a:rPr lang="en-US" smtClean="0"/>
              <a:t>5/6/2026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838200" y="6356350"/>
            <a:ext cx="2743200" cy="365125"/>
          </a:xfrm>
          <a:prstGeom prst="rect">
            <a:avLst/>
          </a:prstGeom>
        </p:spPr>
        <p:txBody>
          <a:bodyPr>
            <a:noAutofit/>
          </a:bodyPr>
          <a:lstStyle/>
          <a:p>
            <a:fld id="{D7B20C69-CB4E-44F7-A408-67C55627795C}" type="datetime1">
              <a:rPr lang="en-US" smtClean="0"/>
              <a:t>5/6/2026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838200" y="6356350"/>
            <a:ext cx="2743200" cy="365125"/>
          </a:xfrm>
          <a:prstGeom prst="rect">
            <a:avLst/>
          </a:prstGeom>
        </p:spPr>
        <p:txBody>
          <a:bodyPr>
            <a:noAutofit/>
          </a:bodyPr>
          <a:lstStyle/>
          <a:p>
            <a:fld id="{572A1522-8F1E-408E-ABA2-6F5B206582B8}" type="datetime1">
              <a:rPr lang="en-US" smtClean="0"/>
              <a:t>5/6/2026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038600" y="6356350"/>
            <a:ext cx="4114800"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838200" y="6356350"/>
            <a:ext cx="2743200" cy="365125"/>
          </a:xfrm>
          <a:prstGeom prst="rect">
            <a:avLst/>
          </a:prstGeom>
        </p:spPr>
        <p:txBody>
          <a:bodyPr>
            <a:noAutofit/>
          </a:bodyPr>
          <a:lstStyle/>
          <a:p>
            <a:fld id="{3E19A776-5AE6-4251-8560-C6066D0B46D6}" type="datetime1">
              <a:rPr lang="en-US" smtClean="0"/>
              <a:t>5/6/2026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8610600" y="6356350"/>
            <a:ext cx="274320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74"/>
        <p:cNvGrpSpPr/>
        <p:nvPr/>
      </p:nvGrpSpPr>
      <p:grpSpPr>
        <a:xfrm>
          <a:off x="0" y="0"/>
          <a:ext cx="0" cy="0"/>
          <a:chOff x="0" y="0"/>
          <a:chExt cx="0" cy="0"/>
        </a:xfrm>
      </p:grpSpPr>
    </p:spTree>
    <p:extLst>
      <p:ext uri="{BB962C8B-B14F-4D97-AF65-F5344CB8AC3E}">
        <p14:creationId xmlns:p14="http://schemas.microsoft.com/office/powerpoint/2010/main" val="22119248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75"/>
        <p:cNvGrpSpPr/>
        <p:nvPr/>
      </p:nvGrpSpPr>
      <p:grpSpPr>
        <a:xfrm>
          <a:off x="0" y="0"/>
          <a:ext cx="0" cy="0"/>
          <a:chOff x="0" y="0"/>
          <a:chExt cx="0" cy="0"/>
        </a:xfrm>
      </p:grpSpPr>
      <p:sp>
        <p:nvSpPr>
          <p:cNvPr id="176" name="Google Shape;176;p36"/>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4844695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800" y="719200"/>
            <a:ext cx="102904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1pPr>
            <a:lvl2pPr lvl="1">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2pPr>
            <a:lvl3pPr lvl="2">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3pPr>
            <a:lvl4pPr lvl="3">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4pPr>
            <a:lvl5pPr lvl="4">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5pPr>
            <a:lvl6pPr lvl="5">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6pPr>
            <a:lvl7pPr lvl="6">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7pPr>
            <a:lvl8pPr lvl="7">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8pPr>
            <a:lvl9pPr lvl="8">
              <a:spcBef>
                <a:spcPts val="0"/>
              </a:spcBef>
              <a:spcAft>
                <a:spcPts val="0"/>
              </a:spcAft>
              <a:buClr>
                <a:schemeClr val="dk1"/>
              </a:buClr>
              <a:buSzPts val="3200"/>
              <a:buFont typeface="Manrope"/>
              <a:buNone/>
              <a:defRPr sz="3200">
                <a:solidFill>
                  <a:schemeClr val="dk1"/>
                </a:solidFill>
                <a:latin typeface="Manrope"/>
                <a:ea typeface="Manrope"/>
                <a:cs typeface="Manrope"/>
                <a:sym typeface="Manrope"/>
              </a:defRPr>
            </a:lvl9pPr>
          </a:lstStyle>
          <a:p>
            <a:endParaRPr/>
          </a:p>
        </p:txBody>
      </p:sp>
      <p:sp>
        <p:nvSpPr>
          <p:cNvPr id="7" name="Google Shape;7;p1"/>
          <p:cNvSpPr txBox="1">
            <a:spLocks noGrp="1"/>
          </p:cNvSpPr>
          <p:nvPr>
            <p:ph type="body" idx="1"/>
          </p:nvPr>
        </p:nvSpPr>
        <p:spPr>
          <a:xfrm>
            <a:off x="950800" y="1536633"/>
            <a:ext cx="102904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1pPr>
            <a:lvl2pPr marL="914400" lvl="1"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marL="1371600" lvl="2"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3pPr>
            <a:lvl4pPr marL="1828800" lvl="3"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4pPr>
            <a:lvl5pPr marL="2286000" lvl="4"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5pPr>
            <a:lvl6pPr marL="2743200" lvl="5"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6pPr>
            <a:lvl7pPr marL="3200400" lvl="6"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7pPr>
            <a:lvl8pPr marL="3657600" lvl="7"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8pPr>
            <a:lvl9pPr marL="4114800" lvl="8" indent="-3175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9pPr>
          </a:lstStyle>
          <a:p>
            <a:endParaRPr/>
          </a:p>
        </p:txBody>
      </p:sp>
    </p:spTree>
    <p:extLst>
      <p:ext uri="{BB962C8B-B14F-4D97-AF65-F5344CB8AC3E}">
        <p14:creationId xmlns:p14="http://schemas.microsoft.com/office/powerpoint/2010/main" val="631796355"/>
      </p:ext>
    </p:extLst>
  </p:cSld>
  <p:clrMap bg1="lt1" tx1="dk1" bg2="dk2" tx2="lt2" accent1="accent1" accent2="accent2" accent3="accent3" accent4="accent4" accent5="accent5" accent6="accent6" hlink="hlink" folHlink="folHlink"/>
  <p:sldLayoutIdLst>
    <p:sldLayoutId id="2147484184" r:id="rId1"/>
    <p:sldLayoutId id="2147484185" r:id="rId2"/>
    <p:sldLayoutId id="2147484186" r:id="rId3"/>
    <p:sldLayoutId id="2147484187" r:id="rId4"/>
    <p:sldLayoutId id="2147484188" r:id="rId5"/>
    <p:sldLayoutId id="2147484189" r:id="rId6"/>
    <p:sldLayoutId id="2147484190" r:id="rId7"/>
    <p:sldLayoutId id="2147484191" r:id="rId8"/>
    <p:sldLayoutId id="2147484192" r:id="rId9"/>
    <p:sldLayoutId id="2147484193" r:id="rId10"/>
    <p:sldLayoutId id="2147484195" r:id="rId11"/>
    <p:sldLayoutId id="2147484196" r:id="rId12"/>
    <p:sldLayoutId id="2147484197" r:id="rId13"/>
    <p:sldLayoutId id="2147484198" r:id="rId14"/>
    <p:sldLayoutId id="2147484199" r:id="rId15"/>
    <p:sldLayoutId id="2147484200" r:id="rId16"/>
    <p:sldLayoutId id="2147484201" r:id="rId17"/>
    <p:sldLayoutId id="2147484202" r:id="rId18"/>
    <p:sldLayoutId id="2147484203" r:id="rId19"/>
    <p:sldLayoutId id="2147484204" r:id="rId20"/>
    <p:sldLayoutId id="2147484205" r:id="rId21"/>
    <p:sldLayoutId id="2147484206" r:id="rId22"/>
    <p:sldLayoutId id="2147484207" r:id="rId23"/>
    <p:sldLayoutId id="2147484208" r:id="rId24"/>
    <p:sldLayoutId id="2147484209" r:id="rId25"/>
    <p:sldLayoutId id="2147484210" r:id="rId26"/>
    <p:sldLayoutId id="2147484211" r:id="rId27"/>
    <p:sldLayoutId id="2147484212" r:id="rId28"/>
    <p:sldLayoutId id="2147484213" r:id="rId29"/>
    <p:sldLayoutId id="2147484214" r:id="rId30"/>
    <p:sldLayoutId id="2147484215" r:id="rId31"/>
    <p:sldLayoutId id="2147484114" r:id="rId32"/>
    <p:sldLayoutId id="2147484116" r:id="rId33"/>
    <p:sldLayoutId id="2147484117" r:id="rId34"/>
    <p:sldLayoutId id="2147484118" r:id="rId35"/>
    <p:sldLayoutId id="2147484120" r:id="rId36"/>
    <p:sldLayoutId id="2147484121" r:id="rId37"/>
    <p:sldLayoutId id="2147484124" r:id="rId38"/>
    <p:sldLayoutId id="2147484125" r:id="rId39"/>
    <p:sldLayoutId id="2147484126" r:id="rId40"/>
    <p:sldLayoutId id="2147484129" r:id="rId41"/>
    <p:sldLayoutId id="2147484132" r:id="rId42"/>
    <p:sldLayoutId id="2147484133" r:id="rId43"/>
    <p:sldLayoutId id="2147484135" r:id="rId44"/>
    <p:sldLayoutId id="2147484136" r:id="rId45"/>
    <p:sldLayoutId id="2147484138" r:id="rId46"/>
    <p:sldLayoutId id="2147484139" r:id="rId47"/>
    <p:sldLayoutId id="2147484140" r:id="rId48"/>
    <p:sldLayoutId id="2147484141" r:id="rId49"/>
    <p:sldLayoutId id="2147484142" r:id="rId50"/>
    <p:sldLayoutId id="2147484143" r:id="rId51"/>
    <p:sldLayoutId id="2147484144" r:id="rId52"/>
    <p:sldLayoutId id="2147484145" r:id="rId53"/>
    <p:sldLayoutId id="2147484146" r:id="rId54"/>
    <p:sldLayoutId id="2147484147" r:id="rId55"/>
    <p:sldLayoutId id="2147484148" r:id="rId56"/>
    <p:sldLayoutId id="2147484149" r:id="rId57"/>
    <p:sldLayoutId id="2147484150" r:id="rId58"/>
    <p:sldLayoutId id="2147484152" r:id="rId59"/>
    <p:sldLayoutId id="2147484158" r:id="rId60"/>
    <p:sldLayoutId id="2147484159" r:id="rId61"/>
    <p:sldLayoutId id="2147484160" r:id="rId62"/>
    <p:sldLayoutId id="2147484162" r:id="rId63"/>
    <p:sldLayoutId id="2147484163" r:id="rId64"/>
    <p:sldLayoutId id="2147484165" r:id="rId65"/>
    <p:sldLayoutId id="2147484166" r:id="rId66"/>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71"/>
        <p:cNvGrpSpPr/>
        <p:nvPr/>
      </p:nvGrpSpPr>
      <p:grpSpPr>
        <a:xfrm>
          <a:off x="0" y="0"/>
          <a:ext cx="0" cy="0"/>
          <a:chOff x="0" y="0"/>
          <a:chExt cx="0" cy="0"/>
        </a:xfrm>
      </p:grpSpPr>
      <p:sp>
        <p:nvSpPr>
          <p:cNvPr id="172" name="Google Shape;172;p34"/>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73" name="Google Shape;173;p34"/>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906579726"/>
      </p:ext>
    </p:extLst>
  </p:cSld>
  <p:clrMap bg1="lt1" tx1="dk1" bg2="dk2" tx2="lt2" accent1="accent1" accent2="accent2" accent3="accent3" accent4="accent4" accent5="accent5" accent6="accent6" hlink="hlink" folHlink="folHlink"/>
  <p:sldLayoutIdLst>
    <p:sldLayoutId id="2147484219" r:id="rId1"/>
    <p:sldLayoutId id="2147484220"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png"/><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commons.erau.edu/edt/545/" TargetMode="External"/><Relationship Id="rId3" Type="http://schemas.openxmlformats.org/officeDocument/2006/relationships/hyperlink" Target="https://doi.org/10.1007/s44196-024-00671-w" TargetMode="External"/><Relationship Id="rId4" Type="http://schemas.openxmlformats.org/officeDocument/2006/relationships/hyperlink" Target="https://www.iata.org/contentassets/4d18cb077c5e419b8a888d387a50c638/iata-safety-report-2024-fy_final.pdf" TargetMode="External"/><Relationship Id="rId5" Type="http://schemas.openxmlformats.org/officeDocument/2006/relationships/hyperlink" Target="https://www.iata.org/en/pressroom/2025-releases/2025-02-26-01/" TargetMode="External"/><Relationship Id="rId6" Type="http://schemas.openxmlformats.org/officeDocument/2006/relationships/hyperlink" Target="https://www.icao.int/sites/default/files/APAC/Meetings/2025/2025%20APRAST23/1-Report/Final-Report-of-the-APRAST23.pdf" TargetMode="External"/><Relationship Id="rId7" Type="http://schemas.openxmlformats.org/officeDocument/2006/relationships/hyperlink" Target="https://doi.org/10.1016/j.jairtraman.2025.102859"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7"/>
          <p:cNvSpPr txBox="1">
            <a:spLocks noGrp="1"/>
          </p:cNvSpPr>
          <p:nvPr>
            <p:ph type="ctrTitle"/>
          </p:nvPr>
        </p:nvSpPr>
        <p:spPr>
          <a:xfrm>
            <a:off x="950800" y="2902867"/>
            <a:ext cx="8817608" cy="2630800"/>
          </a:xfrm>
          <a:prstGeom prst="rect">
            <a:avLst/>
          </a:prstGeom>
        </p:spPr>
        <p:txBody>
          <a:bodyPr spcFirstLastPara="1" wrap="square" lIns="121900" tIns="121900" rIns="121900" bIns="121900" anchor="ctr" anchorCtr="0">
            <a:noAutofit/>
          </a:bodyPr>
          <a:lstStyle/>
          <a:p>
            <a:r>
              <a:rPr lang="en" dirty="0"/>
              <a:t>AI Lifecycle Aviation Accident</a:t>
            </a:r>
            <a:endParaRPr dirty="0"/>
          </a:p>
        </p:txBody>
      </p:sp>
      <p:sp>
        <p:nvSpPr>
          <p:cNvPr id="182" name="Google Shape;182;p37"/>
          <p:cNvSpPr txBox="1">
            <a:spLocks noGrp="1"/>
          </p:cNvSpPr>
          <p:nvPr>
            <p:ph type="subTitle" idx="1"/>
          </p:nvPr>
        </p:nvSpPr>
        <p:spPr>
          <a:xfrm>
            <a:off x="950800" y="5625197"/>
            <a:ext cx="6018800" cy="498400"/>
          </a:xfrm>
          <a:prstGeom prst="rect">
            <a:avLst/>
          </a:prstGeom>
        </p:spPr>
        <p:txBody>
          <a:bodyPr spcFirstLastPara="1" wrap="square" lIns="121900" tIns="121900" rIns="121900" bIns="121900" anchor="t" anchorCtr="0">
            <a:noAutofit/>
          </a:bodyPr>
          <a:lstStyle/>
          <a:p>
            <a:pPr marL="0" indent="0"/>
            <a:r>
              <a:rPr lang="en" dirty="0"/>
              <a:t>MSO4803 – Sameeksha Mathur</a:t>
            </a:r>
            <a:endParaRPr dirty="0"/>
          </a:p>
        </p:txBody>
      </p:sp>
      <p:pic>
        <p:nvPicPr>
          <p:cNvPr id="183" name="Google Shape;183;p37"/>
          <p:cNvPicPr preferRelativeResize="0"/>
          <p:nvPr/>
        </p:nvPicPr>
        <p:blipFill rotWithShape="1">
          <a:blip r:embed="rId3">
            <a:alphaModFix/>
          </a:blip>
          <a:srcRect l="3175" t="16283" r="2056" b="18216"/>
          <a:stretch/>
        </p:blipFill>
        <p:spPr>
          <a:xfrm rot="379241">
            <a:off x="3009470" y="488487"/>
            <a:ext cx="9473497" cy="3464759"/>
          </a:xfrm>
          <a:prstGeom prst="rect">
            <a:avLst/>
          </a:prstGeom>
          <a:noFill/>
          <a:ln>
            <a:noFill/>
          </a:ln>
        </p:spPr>
      </p:pic>
    </p:spTree>
    <p:extLst>
      <p:ext uri="{BB962C8B-B14F-4D97-AF65-F5344CB8AC3E}">
        <p14:creationId xmlns:p14="http://schemas.microsoft.com/office/powerpoint/2010/main" val="3952684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B0C93-0EC1-61BE-A35B-DAA690AE579B}"/>
              </a:ext>
            </a:extLst>
          </p:cNvPr>
          <p:cNvSpPr>
            <a:spLocks noGrp="1"/>
          </p:cNvSpPr>
          <p:nvPr>
            <p:ph type="title"/>
          </p:nvPr>
        </p:nvSpPr>
        <p:spPr/>
        <p:txBody>
          <a:bodyPr/>
          <a:lstStyle/>
          <a:p>
            <a:r>
              <a:rPr lang="en-US" dirty="0"/>
              <a:t>Table of Contents</a:t>
            </a:r>
            <a:endParaRPr lang="en-AE" dirty="0"/>
          </a:p>
        </p:txBody>
      </p:sp>
      <p:graphicFrame>
        <p:nvGraphicFramePr>
          <p:cNvPr id="4" name="Table 3">
            <a:extLst>
              <a:ext uri="{FF2B5EF4-FFF2-40B4-BE49-F238E27FC236}">
                <a16:creationId xmlns:a16="http://schemas.microsoft.com/office/drawing/2014/main" id="{0D99100A-0445-3F4F-9B58-6E3F1013211B}"/>
              </a:ext>
            </a:extLst>
          </p:cNvPr>
          <p:cNvGraphicFramePr>
            <a:graphicFrameLocks noGrp="1"/>
          </p:cNvGraphicFramePr>
          <p:nvPr>
            <p:extLst>
              <p:ext uri="{D42A27DB-BD31-4B8C-83A1-F6EECF244321}">
                <p14:modId xmlns:p14="http://schemas.microsoft.com/office/powerpoint/2010/main" val="2449980644"/>
              </p:ext>
            </p:extLst>
          </p:nvPr>
        </p:nvGraphicFramePr>
        <p:xfrm>
          <a:off x="335360" y="1482800"/>
          <a:ext cx="10041744" cy="4970537"/>
        </p:xfrm>
        <a:graphic>
          <a:graphicData uri="http://schemas.openxmlformats.org/drawingml/2006/table">
            <a:tbl>
              <a:tblPr/>
              <a:tblGrid>
                <a:gridCol w="1964340">
                  <a:extLst>
                    <a:ext uri="{9D8B030D-6E8A-4147-A177-3AD203B41FA5}">
                      <a16:colId xmlns:a16="http://schemas.microsoft.com/office/drawing/2014/main" val="161973803"/>
                    </a:ext>
                  </a:extLst>
                </a:gridCol>
                <a:gridCol w="2868566">
                  <a:extLst>
                    <a:ext uri="{9D8B030D-6E8A-4147-A177-3AD203B41FA5}">
                      <a16:colId xmlns:a16="http://schemas.microsoft.com/office/drawing/2014/main" val="1423451321"/>
                    </a:ext>
                  </a:extLst>
                </a:gridCol>
                <a:gridCol w="5208838">
                  <a:extLst>
                    <a:ext uri="{9D8B030D-6E8A-4147-A177-3AD203B41FA5}">
                      <a16:colId xmlns:a16="http://schemas.microsoft.com/office/drawing/2014/main" val="2780911150"/>
                    </a:ext>
                  </a:extLst>
                </a:gridCol>
              </a:tblGrid>
              <a:tr h="382349">
                <a:tc>
                  <a:txBody>
                    <a:bodyPr/>
                    <a:lstStyle/>
                    <a:p>
                      <a:pPr algn="ctr">
                        <a:buNone/>
                      </a:pPr>
                      <a:r>
                        <a:rPr lang="en-US" sz="2000" b="1" dirty="0">
                          <a:solidFill>
                            <a:srgbClr val="002060"/>
                          </a:solidFill>
                          <a:latin typeface="Inter"/>
                        </a:rPr>
                        <a:t>Slide</a:t>
                      </a:r>
                    </a:p>
                  </a:txBody>
                  <a:tcPr marL="65072" marR="65072" marT="32536" marB="32536" anchor="ctr">
                    <a:lnL>
                      <a:noFill/>
                    </a:lnL>
                    <a:lnR>
                      <a:noFill/>
                    </a:lnR>
                    <a:lnT>
                      <a:noFill/>
                    </a:lnT>
                    <a:lnB>
                      <a:noFill/>
                    </a:lnB>
                    <a:noFill/>
                  </a:tcPr>
                </a:tc>
                <a:tc>
                  <a:txBody>
                    <a:bodyPr/>
                    <a:lstStyle/>
                    <a:p>
                      <a:pPr algn="l">
                        <a:buNone/>
                      </a:pPr>
                      <a:r>
                        <a:rPr lang="en-US" sz="2000" b="1" dirty="0">
                          <a:solidFill>
                            <a:srgbClr val="002060"/>
                          </a:solidFill>
                          <a:latin typeface="Inter"/>
                        </a:rPr>
                        <a:t>Title</a:t>
                      </a:r>
                    </a:p>
                  </a:txBody>
                  <a:tcPr marL="65072" marR="65072" marT="32536" marB="32536" anchor="ctr">
                    <a:lnL>
                      <a:noFill/>
                    </a:lnL>
                    <a:lnR>
                      <a:noFill/>
                    </a:lnR>
                    <a:lnT>
                      <a:noFill/>
                    </a:lnT>
                    <a:lnB>
                      <a:noFill/>
                    </a:lnB>
                    <a:noFill/>
                  </a:tcPr>
                </a:tc>
                <a:tc>
                  <a:txBody>
                    <a:bodyPr/>
                    <a:lstStyle/>
                    <a:p>
                      <a:pPr algn="l">
                        <a:buNone/>
                      </a:pPr>
                      <a:r>
                        <a:rPr lang="en-US" sz="2000" b="1" dirty="0">
                          <a:solidFill>
                            <a:srgbClr val="002060"/>
                          </a:solidFill>
                          <a:latin typeface="Inter"/>
                        </a:rPr>
                        <a:t>Content</a:t>
                      </a:r>
                    </a:p>
                  </a:txBody>
                  <a:tcPr marL="65072" marR="65072" marT="32536" marB="32536" anchor="ctr">
                    <a:lnL>
                      <a:noFill/>
                    </a:lnL>
                    <a:lnR>
                      <a:noFill/>
                    </a:lnR>
                    <a:lnT>
                      <a:noFill/>
                    </a:lnT>
                    <a:lnB>
                      <a:noFill/>
                    </a:lnB>
                    <a:noFill/>
                  </a:tcPr>
                </a:tc>
                <a:extLst>
                  <a:ext uri="{0D108BD9-81ED-4DB2-BD59-A6C34878D82A}">
                    <a16:rowId xmlns:a16="http://schemas.microsoft.com/office/drawing/2014/main" val="719127842"/>
                  </a:ext>
                </a:extLst>
              </a:tr>
              <a:tr h="382349">
                <a:tc>
                  <a:txBody>
                    <a:bodyPr/>
                    <a:lstStyle/>
                    <a:p>
                      <a:pPr algn="ctr">
                        <a:buNone/>
                      </a:pPr>
                      <a:r>
                        <a:rPr lang="en-AE" sz="1400" dirty="0">
                          <a:solidFill>
                            <a:srgbClr val="002060"/>
                          </a:solidFill>
                          <a:latin typeface="Inter"/>
                        </a:rPr>
                        <a:t>3</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Introduction + Use Case</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Why aviation safety matters, your two objectives</a:t>
                      </a:r>
                    </a:p>
                  </a:txBody>
                  <a:tcPr marL="65072" marR="65072" marT="32536" marB="32536" anchor="ctr">
                    <a:lnL>
                      <a:noFill/>
                    </a:lnL>
                    <a:lnR>
                      <a:noFill/>
                    </a:lnR>
                    <a:lnT>
                      <a:noFill/>
                    </a:lnT>
                    <a:lnB>
                      <a:noFill/>
                    </a:lnB>
                    <a:noFill/>
                  </a:tcPr>
                </a:tc>
                <a:extLst>
                  <a:ext uri="{0D108BD9-81ED-4DB2-BD59-A6C34878D82A}">
                    <a16:rowId xmlns:a16="http://schemas.microsoft.com/office/drawing/2014/main" val="3034655008"/>
                  </a:ext>
                </a:extLst>
              </a:tr>
              <a:tr h="382349">
                <a:tc>
                  <a:txBody>
                    <a:bodyPr/>
                    <a:lstStyle/>
                    <a:p>
                      <a:pPr algn="ctr">
                        <a:buNone/>
                      </a:pPr>
                      <a:r>
                        <a:rPr lang="en-US" sz="1400" dirty="0">
                          <a:solidFill>
                            <a:srgbClr val="002060"/>
                          </a:solidFill>
                          <a:latin typeface="Inter"/>
                        </a:rPr>
                        <a:t>4</a:t>
                      </a:r>
                      <a:endParaRPr lang="en-AE" sz="1400" dirty="0">
                        <a:solidFill>
                          <a:srgbClr val="002060"/>
                        </a:solidFill>
                        <a:latin typeface="Inter"/>
                      </a:endParaRP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Domain Knowledge</a:t>
                      </a:r>
                    </a:p>
                  </a:txBody>
                  <a:tcPr marL="65072" marR="65072" marT="32536" marB="32536" anchor="ctr">
                    <a:lnL>
                      <a:noFill/>
                    </a:lnL>
                    <a:lnR>
                      <a:noFill/>
                    </a:lnR>
                    <a:lnT>
                      <a:noFill/>
                    </a:lnT>
                    <a:lnB>
                      <a:noFill/>
                    </a:lnB>
                    <a:noFill/>
                  </a:tcPr>
                </a:tc>
                <a:tc>
                  <a:txBody>
                    <a:bodyPr/>
                    <a:lstStyle/>
                    <a:p>
                      <a:pPr algn="l">
                        <a:buNone/>
                      </a:pPr>
                      <a:r>
                        <a:rPr lang="pt-BR" sz="1400">
                          <a:solidFill>
                            <a:srgbClr val="002060"/>
                          </a:solidFill>
                          <a:latin typeface="Inter"/>
                        </a:rPr>
                        <a:t>Real IATA/aviation stats, problem context</a:t>
                      </a:r>
                    </a:p>
                  </a:txBody>
                  <a:tcPr marL="65072" marR="65072" marT="32536" marB="32536" anchor="ctr">
                    <a:lnL>
                      <a:noFill/>
                    </a:lnL>
                    <a:lnR>
                      <a:noFill/>
                    </a:lnR>
                    <a:lnT>
                      <a:noFill/>
                    </a:lnT>
                    <a:lnB>
                      <a:noFill/>
                    </a:lnB>
                    <a:noFill/>
                  </a:tcPr>
                </a:tc>
                <a:extLst>
                  <a:ext uri="{0D108BD9-81ED-4DB2-BD59-A6C34878D82A}">
                    <a16:rowId xmlns:a16="http://schemas.microsoft.com/office/drawing/2014/main" val="1366579760"/>
                  </a:ext>
                </a:extLst>
              </a:tr>
              <a:tr h="382349">
                <a:tc>
                  <a:txBody>
                    <a:bodyPr/>
                    <a:lstStyle/>
                    <a:p>
                      <a:pPr algn="ctr">
                        <a:buNone/>
                      </a:pPr>
                      <a:r>
                        <a:rPr lang="en-AE" sz="1400" dirty="0">
                          <a:solidFill>
                            <a:srgbClr val="002060"/>
                          </a:solidFill>
                          <a:latin typeface="Inter"/>
                        </a:rPr>
                        <a:t>5</a:t>
                      </a:r>
                    </a:p>
                  </a:txBody>
                  <a:tcPr marL="65072" marR="65072" marT="32536" marB="32536" anchor="ctr">
                    <a:lnL>
                      <a:noFill/>
                    </a:lnL>
                    <a:lnR>
                      <a:noFill/>
                    </a:lnR>
                    <a:lnT>
                      <a:noFill/>
                    </a:lnT>
                    <a:lnB>
                      <a:noFill/>
                    </a:lnB>
                    <a:noFill/>
                  </a:tcPr>
                </a:tc>
                <a:tc>
                  <a:txBody>
                    <a:bodyPr/>
                    <a:lstStyle/>
                    <a:p>
                      <a:pPr algn="l">
                        <a:buNone/>
                      </a:pPr>
                      <a:r>
                        <a:rPr lang="en-US" sz="1400">
                          <a:solidFill>
                            <a:srgbClr val="002060"/>
                          </a:solidFill>
                          <a:latin typeface="Inter"/>
                        </a:rPr>
                        <a:t>Data Preparation</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Prepare recipe steps, what was removed and why</a:t>
                      </a:r>
                    </a:p>
                  </a:txBody>
                  <a:tcPr marL="65072" marR="65072" marT="32536" marB="32536" anchor="ctr">
                    <a:lnL>
                      <a:noFill/>
                    </a:lnL>
                    <a:lnR>
                      <a:noFill/>
                    </a:lnR>
                    <a:lnT>
                      <a:noFill/>
                    </a:lnT>
                    <a:lnB>
                      <a:noFill/>
                    </a:lnB>
                    <a:noFill/>
                  </a:tcPr>
                </a:tc>
                <a:extLst>
                  <a:ext uri="{0D108BD9-81ED-4DB2-BD59-A6C34878D82A}">
                    <a16:rowId xmlns:a16="http://schemas.microsoft.com/office/drawing/2014/main" val="2775667238"/>
                  </a:ext>
                </a:extLst>
              </a:tr>
              <a:tr h="382349">
                <a:tc>
                  <a:txBody>
                    <a:bodyPr/>
                    <a:lstStyle/>
                    <a:p>
                      <a:pPr algn="ctr">
                        <a:buNone/>
                      </a:pPr>
                      <a:r>
                        <a:rPr lang="en-US" sz="1400" dirty="0">
                          <a:solidFill>
                            <a:srgbClr val="002060"/>
                          </a:solidFill>
                          <a:latin typeface="Inter"/>
                        </a:rPr>
                        <a:t>6</a:t>
                      </a:r>
                      <a:endParaRPr lang="en-AE" sz="1400" dirty="0">
                        <a:solidFill>
                          <a:srgbClr val="002060"/>
                        </a:solidFill>
                        <a:latin typeface="Inter"/>
                      </a:endParaRP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Split Strategy</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Split screenshot, 80/20, seed 42, why</a:t>
                      </a:r>
                    </a:p>
                  </a:txBody>
                  <a:tcPr marL="65072" marR="65072" marT="32536" marB="32536" anchor="ctr">
                    <a:lnL>
                      <a:noFill/>
                    </a:lnL>
                    <a:lnR>
                      <a:noFill/>
                    </a:lnR>
                    <a:lnT>
                      <a:noFill/>
                    </a:lnT>
                    <a:lnB>
                      <a:noFill/>
                    </a:lnB>
                    <a:noFill/>
                  </a:tcPr>
                </a:tc>
                <a:extLst>
                  <a:ext uri="{0D108BD9-81ED-4DB2-BD59-A6C34878D82A}">
                    <a16:rowId xmlns:a16="http://schemas.microsoft.com/office/drawing/2014/main" val="722817285"/>
                  </a:ext>
                </a:extLst>
              </a:tr>
              <a:tr h="382349">
                <a:tc>
                  <a:txBody>
                    <a:bodyPr/>
                    <a:lstStyle/>
                    <a:p>
                      <a:pPr algn="ctr">
                        <a:buNone/>
                      </a:pPr>
                      <a:r>
                        <a:rPr lang="en-AE" sz="1400" dirty="0">
                          <a:solidFill>
                            <a:srgbClr val="002060"/>
                          </a:solidFill>
                          <a:latin typeface="Inter"/>
                        </a:rPr>
                        <a:t>7</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Visualizations</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Charts 1-5 + Insight</a:t>
                      </a:r>
                    </a:p>
                  </a:txBody>
                  <a:tcPr marL="65072" marR="65072" marT="32536" marB="32536" anchor="ctr">
                    <a:lnL>
                      <a:noFill/>
                    </a:lnL>
                    <a:lnR>
                      <a:noFill/>
                    </a:lnR>
                    <a:lnT>
                      <a:noFill/>
                    </a:lnT>
                    <a:lnB>
                      <a:noFill/>
                    </a:lnB>
                    <a:noFill/>
                  </a:tcPr>
                </a:tc>
                <a:extLst>
                  <a:ext uri="{0D108BD9-81ED-4DB2-BD59-A6C34878D82A}">
                    <a16:rowId xmlns:a16="http://schemas.microsoft.com/office/drawing/2014/main" val="449292555"/>
                  </a:ext>
                </a:extLst>
              </a:tr>
              <a:tr h="382349">
                <a:tc>
                  <a:txBody>
                    <a:bodyPr/>
                    <a:lstStyle/>
                    <a:p>
                      <a:pPr algn="ctr">
                        <a:buNone/>
                      </a:pPr>
                      <a:r>
                        <a:rPr lang="en-US" sz="1400" dirty="0">
                          <a:solidFill>
                            <a:srgbClr val="002060"/>
                          </a:solidFill>
                          <a:latin typeface="Inter"/>
                        </a:rPr>
                        <a:t>1</a:t>
                      </a:r>
                      <a:r>
                        <a:rPr lang="en-AE" sz="1400" dirty="0">
                          <a:solidFill>
                            <a:srgbClr val="002060"/>
                          </a:solidFill>
                          <a:latin typeface="Inter"/>
                        </a:rPr>
                        <a:t>0</a:t>
                      </a:r>
                    </a:p>
                  </a:txBody>
                  <a:tcPr marL="65072" marR="65072" marT="32536" marB="32536" anchor="ctr">
                    <a:lnL>
                      <a:noFill/>
                    </a:lnL>
                    <a:lnR>
                      <a:noFill/>
                    </a:lnR>
                    <a:lnT>
                      <a:noFill/>
                    </a:lnT>
                    <a:lnB>
                      <a:noFill/>
                    </a:lnB>
                    <a:noFill/>
                  </a:tcPr>
                </a:tc>
                <a:tc>
                  <a:txBody>
                    <a:bodyPr/>
                    <a:lstStyle/>
                    <a:p>
                      <a:pPr algn="l">
                        <a:buNone/>
                      </a:pPr>
                      <a:r>
                        <a:rPr lang="en-US" sz="1400">
                          <a:solidFill>
                            <a:srgbClr val="002060"/>
                          </a:solidFill>
                          <a:latin typeface="Inter"/>
                        </a:rPr>
                        <a:t>Model 1 - Severity</a:t>
                      </a:r>
                    </a:p>
                  </a:txBody>
                  <a:tcPr marL="65072" marR="65072" marT="32536" marB="32536" anchor="ctr">
                    <a:lnL>
                      <a:noFill/>
                    </a:lnL>
                    <a:lnR>
                      <a:noFill/>
                    </a:lnR>
                    <a:lnT>
                      <a:noFill/>
                    </a:lnT>
                    <a:lnB>
                      <a:noFill/>
                    </a:lnB>
                    <a:noFill/>
                  </a:tcPr>
                </a:tc>
                <a:tc>
                  <a:txBody>
                    <a:bodyPr/>
                    <a:lstStyle/>
                    <a:p>
                      <a:pPr algn="l">
                        <a:buNone/>
                      </a:pPr>
                      <a:r>
                        <a:rPr lang="fr-FR" sz="1400" dirty="0">
                          <a:solidFill>
                            <a:srgbClr val="002060"/>
                          </a:solidFill>
                          <a:latin typeface="Inter"/>
                        </a:rPr>
                        <a:t>3 </a:t>
                      </a:r>
                      <a:r>
                        <a:rPr lang="fr-FR" sz="1400" dirty="0" err="1">
                          <a:solidFill>
                            <a:srgbClr val="002060"/>
                          </a:solidFill>
                          <a:latin typeface="Inter"/>
                        </a:rPr>
                        <a:t>algorithms</a:t>
                      </a:r>
                      <a:r>
                        <a:rPr lang="fr-FR" sz="1400" dirty="0">
                          <a:solidFill>
                            <a:srgbClr val="002060"/>
                          </a:solidFill>
                          <a:latin typeface="Inter"/>
                        </a:rPr>
                        <a:t>, </a:t>
                      </a:r>
                      <a:r>
                        <a:rPr lang="fr-FR" sz="1400" dirty="0" err="1">
                          <a:solidFill>
                            <a:srgbClr val="002060"/>
                          </a:solidFill>
                          <a:latin typeface="Inter"/>
                        </a:rPr>
                        <a:t>results</a:t>
                      </a:r>
                      <a:r>
                        <a:rPr lang="fr-FR" sz="1400" dirty="0">
                          <a:solidFill>
                            <a:srgbClr val="002060"/>
                          </a:solidFill>
                          <a:latin typeface="Inter"/>
                        </a:rPr>
                        <a:t>, confusion matrix, </a:t>
                      </a:r>
                      <a:r>
                        <a:rPr lang="fr-FR" sz="1400" dirty="0" err="1">
                          <a:solidFill>
                            <a:srgbClr val="002060"/>
                          </a:solidFill>
                          <a:latin typeface="Inter"/>
                        </a:rPr>
                        <a:t>metrics</a:t>
                      </a:r>
                      <a:r>
                        <a:rPr lang="fr-FR" sz="1400" dirty="0">
                          <a:solidFill>
                            <a:srgbClr val="002060"/>
                          </a:solidFill>
                          <a:latin typeface="Inter"/>
                        </a:rPr>
                        <a:t> table</a:t>
                      </a:r>
                    </a:p>
                  </a:txBody>
                  <a:tcPr marL="65072" marR="65072" marT="32536" marB="32536" anchor="ctr">
                    <a:lnL>
                      <a:noFill/>
                    </a:lnL>
                    <a:lnR>
                      <a:noFill/>
                    </a:lnR>
                    <a:lnT>
                      <a:noFill/>
                    </a:lnT>
                    <a:lnB>
                      <a:noFill/>
                    </a:lnB>
                    <a:noFill/>
                  </a:tcPr>
                </a:tc>
                <a:extLst>
                  <a:ext uri="{0D108BD9-81ED-4DB2-BD59-A6C34878D82A}">
                    <a16:rowId xmlns:a16="http://schemas.microsoft.com/office/drawing/2014/main" val="381896765"/>
                  </a:ext>
                </a:extLst>
              </a:tr>
              <a:tr h="382349">
                <a:tc>
                  <a:txBody>
                    <a:bodyPr/>
                    <a:lstStyle/>
                    <a:p>
                      <a:pPr algn="ctr">
                        <a:buNone/>
                      </a:pPr>
                      <a:r>
                        <a:rPr lang="en-US" sz="1400" dirty="0">
                          <a:solidFill>
                            <a:srgbClr val="002060"/>
                          </a:solidFill>
                          <a:latin typeface="Inter"/>
                        </a:rPr>
                        <a:t>1</a:t>
                      </a:r>
                      <a:r>
                        <a:rPr lang="en-AE" sz="1400" dirty="0">
                          <a:solidFill>
                            <a:srgbClr val="002060"/>
                          </a:solidFill>
                          <a:latin typeface="Inter"/>
                        </a:rPr>
                        <a:t>2</a:t>
                      </a:r>
                    </a:p>
                  </a:txBody>
                  <a:tcPr marL="65072" marR="65072" marT="32536" marB="32536" anchor="ctr">
                    <a:lnL>
                      <a:noFill/>
                    </a:lnL>
                    <a:lnR>
                      <a:noFill/>
                    </a:lnR>
                    <a:lnT>
                      <a:noFill/>
                    </a:lnT>
                    <a:lnB>
                      <a:noFill/>
                    </a:lnB>
                    <a:noFill/>
                  </a:tcPr>
                </a:tc>
                <a:tc>
                  <a:txBody>
                    <a:bodyPr/>
                    <a:lstStyle/>
                    <a:p>
                      <a:pPr algn="l">
                        <a:buNone/>
                      </a:pPr>
                      <a:r>
                        <a:rPr lang="en-US" sz="1400">
                          <a:solidFill>
                            <a:srgbClr val="002060"/>
                          </a:solidFill>
                          <a:latin typeface="Inter"/>
                        </a:rPr>
                        <a:t>Model 2 - Survivor Location</a:t>
                      </a:r>
                    </a:p>
                  </a:txBody>
                  <a:tcPr marL="65072" marR="65072" marT="32536" marB="32536" anchor="ctr">
                    <a:lnL>
                      <a:noFill/>
                    </a:lnL>
                    <a:lnR>
                      <a:noFill/>
                    </a:lnR>
                    <a:lnT>
                      <a:noFill/>
                    </a:lnT>
                    <a:lnB>
                      <a:noFill/>
                    </a:lnB>
                    <a:noFill/>
                  </a:tcPr>
                </a:tc>
                <a:tc>
                  <a:txBody>
                    <a:bodyPr/>
                    <a:lstStyle/>
                    <a:p>
                      <a:pPr algn="l">
                        <a:buNone/>
                      </a:pPr>
                      <a:r>
                        <a:rPr lang="fr-FR" sz="1400" dirty="0">
                          <a:solidFill>
                            <a:srgbClr val="002060"/>
                          </a:solidFill>
                          <a:latin typeface="Inter"/>
                        </a:rPr>
                        <a:t>3 </a:t>
                      </a:r>
                      <a:r>
                        <a:rPr lang="fr-FR" sz="1400" dirty="0" err="1">
                          <a:solidFill>
                            <a:srgbClr val="002060"/>
                          </a:solidFill>
                          <a:latin typeface="Inter"/>
                        </a:rPr>
                        <a:t>algorithms</a:t>
                      </a:r>
                      <a:r>
                        <a:rPr lang="fr-FR" sz="1400" dirty="0">
                          <a:solidFill>
                            <a:srgbClr val="002060"/>
                          </a:solidFill>
                          <a:latin typeface="Inter"/>
                        </a:rPr>
                        <a:t>, </a:t>
                      </a:r>
                      <a:r>
                        <a:rPr lang="fr-FR" sz="1400" dirty="0" err="1">
                          <a:solidFill>
                            <a:srgbClr val="002060"/>
                          </a:solidFill>
                          <a:latin typeface="Inter"/>
                        </a:rPr>
                        <a:t>results</a:t>
                      </a:r>
                      <a:r>
                        <a:rPr lang="fr-FR" sz="1400" dirty="0">
                          <a:solidFill>
                            <a:srgbClr val="002060"/>
                          </a:solidFill>
                          <a:latin typeface="Inter"/>
                        </a:rPr>
                        <a:t>, confusion matrix, </a:t>
                      </a:r>
                      <a:r>
                        <a:rPr lang="fr-FR" sz="1400" dirty="0" err="1">
                          <a:solidFill>
                            <a:srgbClr val="002060"/>
                          </a:solidFill>
                          <a:latin typeface="Inter"/>
                        </a:rPr>
                        <a:t>metrics</a:t>
                      </a:r>
                      <a:r>
                        <a:rPr lang="fr-FR" sz="1400" dirty="0">
                          <a:solidFill>
                            <a:srgbClr val="002060"/>
                          </a:solidFill>
                          <a:latin typeface="Inter"/>
                        </a:rPr>
                        <a:t> table</a:t>
                      </a:r>
                    </a:p>
                  </a:txBody>
                  <a:tcPr marL="65072" marR="65072" marT="32536" marB="32536" anchor="ctr">
                    <a:lnL>
                      <a:noFill/>
                    </a:lnL>
                    <a:lnR>
                      <a:noFill/>
                    </a:lnR>
                    <a:lnT>
                      <a:noFill/>
                    </a:lnT>
                    <a:lnB>
                      <a:noFill/>
                    </a:lnB>
                    <a:noFill/>
                  </a:tcPr>
                </a:tc>
                <a:extLst>
                  <a:ext uri="{0D108BD9-81ED-4DB2-BD59-A6C34878D82A}">
                    <a16:rowId xmlns:a16="http://schemas.microsoft.com/office/drawing/2014/main" val="1317552765"/>
                  </a:ext>
                </a:extLst>
              </a:tr>
              <a:tr h="382349">
                <a:tc>
                  <a:txBody>
                    <a:bodyPr/>
                    <a:lstStyle/>
                    <a:p>
                      <a:pPr algn="ctr">
                        <a:buNone/>
                      </a:pPr>
                      <a:r>
                        <a:rPr lang="en-US" sz="1400" dirty="0">
                          <a:solidFill>
                            <a:srgbClr val="002060"/>
                          </a:solidFill>
                          <a:latin typeface="Inter"/>
                        </a:rPr>
                        <a:t>1</a:t>
                      </a:r>
                      <a:r>
                        <a:rPr lang="en-AE" sz="1400" dirty="0">
                          <a:solidFill>
                            <a:srgbClr val="002060"/>
                          </a:solidFill>
                          <a:latin typeface="Inter"/>
                        </a:rPr>
                        <a:t>4</a:t>
                      </a:r>
                    </a:p>
                  </a:txBody>
                  <a:tcPr marL="65072" marR="65072" marT="32536" marB="32536" anchor="ctr">
                    <a:lnL>
                      <a:noFill/>
                    </a:lnL>
                    <a:lnR>
                      <a:noFill/>
                    </a:lnR>
                    <a:lnT>
                      <a:noFill/>
                    </a:lnT>
                    <a:lnB>
                      <a:noFill/>
                    </a:lnB>
                    <a:noFill/>
                  </a:tcPr>
                </a:tc>
                <a:tc>
                  <a:txBody>
                    <a:bodyPr/>
                    <a:lstStyle/>
                    <a:p>
                      <a:pPr algn="l">
                        <a:buNone/>
                      </a:pPr>
                      <a:r>
                        <a:rPr lang="en-US" sz="1400">
                          <a:solidFill>
                            <a:srgbClr val="002060"/>
                          </a:solidFill>
                          <a:latin typeface="Inter"/>
                        </a:rPr>
                        <a:t>Clustering</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Heatmap, cluster profiles, what clusters mean</a:t>
                      </a:r>
                    </a:p>
                  </a:txBody>
                  <a:tcPr marL="65072" marR="65072" marT="32536" marB="32536" anchor="ctr">
                    <a:lnL>
                      <a:noFill/>
                    </a:lnL>
                    <a:lnR>
                      <a:noFill/>
                    </a:lnR>
                    <a:lnT>
                      <a:noFill/>
                    </a:lnT>
                    <a:lnB>
                      <a:noFill/>
                    </a:lnB>
                    <a:noFill/>
                  </a:tcPr>
                </a:tc>
                <a:extLst>
                  <a:ext uri="{0D108BD9-81ED-4DB2-BD59-A6C34878D82A}">
                    <a16:rowId xmlns:a16="http://schemas.microsoft.com/office/drawing/2014/main" val="3491651315"/>
                  </a:ext>
                </a:extLst>
              </a:tr>
              <a:tr h="382349">
                <a:tc>
                  <a:txBody>
                    <a:bodyPr/>
                    <a:lstStyle/>
                    <a:p>
                      <a:pPr algn="ctr">
                        <a:buNone/>
                      </a:pPr>
                      <a:r>
                        <a:rPr lang="en-AE" sz="1400" dirty="0">
                          <a:solidFill>
                            <a:srgbClr val="002060"/>
                          </a:solidFill>
                          <a:latin typeface="Inter"/>
                        </a:rPr>
                        <a:t>16</a:t>
                      </a:r>
                    </a:p>
                  </a:txBody>
                  <a:tcPr marL="65072" marR="65072" marT="32536" marB="32536" anchor="ctr">
                    <a:lnL>
                      <a:noFill/>
                    </a:lnL>
                    <a:lnR>
                      <a:noFill/>
                    </a:lnR>
                    <a:lnT>
                      <a:noFill/>
                    </a:lnT>
                    <a:lnB>
                      <a:noFill/>
                    </a:lnB>
                    <a:noFill/>
                  </a:tcPr>
                </a:tc>
                <a:tc>
                  <a:txBody>
                    <a:bodyPr/>
                    <a:lstStyle/>
                    <a:p>
                      <a:pPr algn="l">
                        <a:buNone/>
                      </a:pPr>
                      <a:r>
                        <a:rPr lang="en-US" sz="1400">
                          <a:solidFill>
                            <a:srgbClr val="002060"/>
                          </a:solidFill>
                          <a:latin typeface="Inter"/>
                        </a:rPr>
                        <a:t>Model Limitations</a:t>
                      </a:r>
                    </a:p>
                  </a:txBody>
                  <a:tcPr marL="65072" marR="65072" marT="32536" marB="32536" anchor="ctr">
                    <a:lnL>
                      <a:noFill/>
                    </a:lnL>
                    <a:lnR>
                      <a:noFill/>
                    </a:lnR>
                    <a:lnT>
                      <a:noFill/>
                    </a:lnT>
                    <a:lnB>
                      <a:noFill/>
                    </a:lnB>
                    <a:noFill/>
                  </a:tcPr>
                </a:tc>
                <a:tc>
                  <a:txBody>
                    <a:bodyPr/>
                    <a:lstStyle/>
                    <a:p>
                      <a:pPr algn="l">
                        <a:buNone/>
                      </a:pPr>
                      <a:r>
                        <a:rPr lang="en-US" sz="1400">
                          <a:solidFill>
                            <a:srgbClr val="002060"/>
                          </a:solidFill>
                          <a:latin typeface="Inter"/>
                        </a:rPr>
                        <a:t>Class imbalance, synthetic data, SMOTE proposal</a:t>
                      </a:r>
                    </a:p>
                  </a:txBody>
                  <a:tcPr marL="65072" marR="65072" marT="32536" marB="32536" anchor="ctr">
                    <a:lnL>
                      <a:noFill/>
                    </a:lnL>
                    <a:lnR>
                      <a:noFill/>
                    </a:lnR>
                    <a:lnT>
                      <a:noFill/>
                    </a:lnT>
                    <a:lnB>
                      <a:noFill/>
                    </a:lnB>
                    <a:noFill/>
                  </a:tcPr>
                </a:tc>
                <a:extLst>
                  <a:ext uri="{0D108BD9-81ED-4DB2-BD59-A6C34878D82A}">
                    <a16:rowId xmlns:a16="http://schemas.microsoft.com/office/drawing/2014/main" val="3613090291"/>
                  </a:ext>
                </a:extLst>
              </a:tr>
              <a:tr h="382349">
                <a:tc>
                  <a:txBody>
                    <a:bodyPr/>
                    <a:lstStyle/>
                    <a:p>
                      <a:pPr algn="ctr">
                        <a:buNone/>
                      </a:pPr>
                      <a:r>
                        <a:rPr lang="en-AE" sz="1400" dirty="0">
                          <a:solidFill>
                            <a:srgbClr val="002060"/>
                          </a:solidFill>
                          <a:latin typeface="Inter"/>
                        </a:rPr>
                        <a:t>17</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Future - Product/Automation</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Risk scoring dashboard proposal</a:t>
                      </a:r>
                    </a:p>
                  </a:txBody>
                  <a:tcPr marL="65072" marR="65072" marT="32536" marB="32536" anchor="ctr">
                    <a:lnL>
                      <a:noFill/>
                    </a:lnL>
                    <a:lnR>
                      <a:noFill/>
                    </a:lnR>
                    <a:lnT>
                      <a:noFill/>
                    </a:lnT>
                    <a:lnB>
                      <a:noFill/>
                    </a:lnB>
                    <a:noFill/>
                  </a:tcPr>
                </a:tc>
                <a:extLst>
                  <a:ext uri="{0D108BD9-81ED-4DB2-BD59-A6C34878D82A}">
                    <a16:rowId xmlns:a16="http://schemas.microsoft.com/office/drawing/2014/main" val="1269922293"/>
                  </a:ext>
                </a:extLst>
              </a:tr>
              <a:tr h="382349">
                <a:tc>
                  <a:txBody>
                    <a:bodyPr/>
                    <a:lstStyle/>
                    <a:p>
                      <a:pPr algn="ctr">
                        <a:buNone/>
                      </a:pPr>
                      <a:r>
                        <a:rPr lang="en-AE" sz="1400" dirty="0">
                          <a:solidFill>
                            <a:srgbClr val="002060"/>
                          </a:solidFill>
                          <a:latin typeface="Inter"/>
                        </a:rPr>
                        <a:t>18</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Conclusion</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Tie back to objectives</a:t>
                      </a:r>
                    </a:p>
                  </a:txBody>
                  <a:tcPr marL="65072" marR="65072" marT="32536" marB="32536" anchor="ctr">
                    <a:lnL>
                      <a:noFill/>
                    </a:lnL>
                    <a:lnR>
                      <a:noFill/>
                    </a:lnR>
                    <a:lnT>
                      <a:noFill/>
                    </a:lnT>
                    <a:lnB>
                      <a:noFill/>
                    </a:lnB>
                    <a:noFill/>
                  </a:tcPr>
                </a:tc>
                <a:extLst>
                  <a:ext uri="{0D108BD9-81ED-4DB2-BD59-A6C34878D82A}">
                    <a16:rowId xmlns:a16="http://schemas.microsoft.com/office/drawing/2014/main" val="4225382515"/>
                  </a:ext>
                </a:extLst>
              </a:tr>
              <a:tr h="382349">
                <a:tc>
                  <a:txBody>
                    <a:bodyPr/>
                    <a:lstStyle/>
                    <a:p>
                      <a:pPr algn="ctr">
                        <a:buNone/>
                      </a:pPr>
                      <a:r>
                        <a:rPr lang="en-US" sz="1400" dirty="0">
                          <a:solidFill>
                            <a:srgbClr val="002060"/>
                          </a:solidFill>
                          <a:latin typeface="Inter"/>
                        </a:rPr>
                        <a:t>19</a:t>
                      </a:r>
                      <a:endParaRPr lang="en-AE" sz="1400" dirty="0">
                        <a:solidFill>
                          <a:srgbClr val="002060"/>
                        </a:solidFill>
                        <a:latin typeface="Inter"/>
                      </a:endParaRP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References</a:t>
                      </a:r>
                    </a:p>
                  </a:txBody>
                  <a:tcPr marL="65072" marR="65072" marT="32536" marB="32536" anchor="ctr">
                    <a:lnL>
                      <a:noFill/>
                    </a:lnL>
                    <a:lnR>
                      <a:noFill/>
                    </a:lnR>
                    <a:lnT>
                      <a:noFill/>
                    </a:lnT>
                    <a:lnB>
                      <a:noFill/>
                    </a:lnB>
                    <a:noFill/>
                  </a:tcPr>
                </a:tc>
                <a:tc>
                  <a:txBody>
                    <a:bodyPr/>
                    <a:lstStyle/>
                    <a:p>
                      <a:pPr algn="l">
                        <a:buNone/>
                      </a:pPr>
                      <a:r>
                        <a:rPr lang="en-US" sz="1400" dirty="0">
                          <a:solidFill>
                            <a:srgbClr val="002060"/>
                          </a:solidFill>
                          <a:latin typeface="Inter"/>
                        </a:rPr>
                        <a:t>Harvard style citations</a:t>
                      </a:r>
                    </a:p>
                  </a:txBody>
                  <a:tcPr marL="65072" marR="65072" marT="32536" marB="32536" anchor="ctr">
                    <a:lnL>
                      <a:noFill/>
                    </a:lnL>
                    <a:lnR>
                      <a:noFill/>
                    </a:lnR>
                    <a:lnT>
                      <a:noFill/>
                    </a:lnT>
                    <a:lnB>
                      <a:noFill/>
                    </a:lnB>
                    <a:noFill/>
                  </a:tcPr>
                </a:tc>
                <a:extLst>
                  <a:ext uri="{0D108BD9-81ED-4DB2-BD59-A6C34878D82A}">
                    <a16:rowId xmlns:a16="http://schemas.microsoft.com/office/drawing/2014/main" val="1826418381"/>
                  </a:ext>
                </a:extLst>
              </a:tr>
            </a:tbl>
          </a:graphicData>
        </a:graphic>
      </p:graphicFrame>
      <p:pic>
        <p:nvPicPr>
          <p:cNvPr id="3" name="Google Shape;578;p54">
            <a:extLst>
              <a:ext uri="{FF2B5EF4-FFF2-40B4-BE49-F238E27FC236}">
                <a16:creationId xmlns:a16="http://schemas.microsoft.com/office/drawing/2014/main" id="{E3FE6E09-D990-9CC5-6E1B-CDE156CC2B0A}"/>
              </a:ext>
            </a:extLst>
          </p:cNvPr>
          <p:cNvPicPr preferRelativeResize="0"/>
          <p:nvPr/>
        </p:nvPicPr>
        <p:blipFill>
          <a:blip r:embed="rId3">
            <a:alphaModFix/>
          </a:blip>
          <a:stretch>
            <a:fillRect/>
          </a:stretch>
        </p:blipFill>
        <p:spPr>
          <a:xfrm rot="-1317310" flipH="1">
            <a:off x="9508798" y="4325221"/>
            <a:ext cx="3464803" cy="3075723"/>
          </a:xfrm>
          <a:prstGeom prst="rect">
            <a:avLst/>
          </a:prstGeom>
          <a:noFill/>
          <a:ln>
            <a:noFill/>
          </a:ln>
        </p:spPr>
      </p:pic>
    </p:spTree>
    <p:extLst>
      <p:ext uri="{BB962C8B-B14F-4D97-AF65-F5344CB8AC3E}">
        <p14:creationId xmlns:p14="http://schemas.microsoft.com/office/powerpoint/2010/main" val="3139473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1F9F8-E4C6-9A48-9430-7C86F9D2E896}"/>
              </a:ext>
            </a:extLst>
          </p:cNvPr>
          <p:cNvSpPr>
            <a:spLocks noGrp="1"/>
          </p:cNvSpPr>
          <p:nvPr>
            <p:ph type="title"/>
          </p:nvPr>
        </p:nvSpPr>
        <p:spPr/>
        <p:txBody>
          <a:bodyPr/>
          <a:lstStyle/>
          <a:p>
            <a:r>
              <a:rPr lang="en-US" dirty="0"/>
              <a:t>Introduction + Use-case</a:t>
            </a:r>
            <a:endParaRPr lang="en-AE" dirty="0"/>
          </a:p>
        </p:txBody>
      </p:sp>
      <p:sp>
        <p:nvSpPr>
          <p:cNvPr id="3" name="TextBox 2">
            <a:extLst>
              <a:ext uri="{FF2B5EF4-FFF2-40B4-BE49-F238E27FC236}">
                <a16:creationId xmlns:a16="http://schemas.microsoft.com/office/drawing/2014/main" id="{4982F210-040D-8850-9EB3-93B05659F4AE}"/>
              </a:ext>
            </a:extLst>
          </p:cNvPr>
          <p:cNvSpPr txBox="1"/>
          <p:nvPr/>
        </p:nvSpPr>
        <p:spPr>
          <a:xfrm>
            <a:off x="878792" y="1482800"/>
            <a:ext cx="10185760" cy="830997"/>
          </a:xfrm>
          <a:prstGeom prst="rect">
            <a:avLst/>
          </a:prstGeom>
          <a:noFill/>
        </p:spPr>
        <p:txBody>
          <a:bodyPr wrap="square" rtlCol="0">
            <a:spAutoFit/>
          </a:bodyPr>
          <a:lstStyle/>
          <a:p>
            <a:pPr algn="just"/>
            <a:r>
              <a:rPr lang="en-US" sz="1600" dirty="0">
                <a:solidFill>
                  <a:srgbClr val="002060"/>
                </a:solidFill>
                <a:latin typeface="Inter"/>
              </a:rPr>
              <a:t>Aviation accidents cause significant loss of life and economic damage. This project applies the full Data Science Lifecycle to identify patterns in accident data, predict severity outcomes, and identify survivor locations – enabling airlines and regulators to make data-driven safety decisions.</a:t>
            </a:r>
            <a:endParaRPr lang="en-AE" sz="1600" dirty="0">
              <a:solidFill>
                <a:srgbClr val="002060"/>
              </a:solidFill>
              <a:latin typeface="Inter"/>
            </a:endParaRPr>
          </a:p>
        </p:txBody>
      </p:sp>
      <p:sp>
        <p:nvSpPr>
          <p:cNvPr id="4" name="Google Shape;770;p59">
            <a:extLst>
              <a:ext uri="{FF2B5EF4-FFF2-40B4-BE49-F238E27FC236}">
                <a16:creationId xmlns:a16="http://schemas.microsoft.com/office/drawing/2014/main" id="{A3D7827B-56AC-670F-3B6E-B6A313BA5EE2}"/>
              </a:ext>
            </a:extLst>
          </p:cNvPr>
          <p:cNvSpPr/>
          <p:nvPr/>
        </p:nvSpPr>
        <p:spPr>
          <a:xfrm>
            <a:off x="982663" y="2596124"/>
            <a:ext cx="4969321" cy="1965840"/>
          </a:xfrm>
          <a:prstGeom prst="roundRect">
            <a:avLst>
              <a:gd name="adj" fmla="val 11755"/>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5" name="Google Shape;773;p59">
            <a:extLst>
              <a:ext uri="{FF2B5EF4-FFF2-40B4-BE49-F238E27FC236}">
                <a16:creationId xmlns:a16="http://schemas.microsoft.com/office/drawing/2014/main" id="{AAAFCAF9-A405-0C63-DD4D-FA0B3F5F5675}"/>
              </a:ext>
            </a:extLst>
          </p:cNvPr>
          <p:cNvSpPr txBox="1"/>
          <p:nvPr/>
        </p:nvSpPr>
        <p:spPr>
          <a:xfrm>
            <a:off x="2828155" y="2401724"/>
            <a:ext cx="1361390" cy="388800"/>
          </a:xfrm>
          <a:prstGeom prst="rect">
            <a:avLst/>
          </a:prstGeom>
          <a:noFill/>
          <a:ln>
            <a:noFill/>
          </a:ln>
        </p:spPr>
        <p:txBody>
          <a:bodyPr spcFirstLastPara="1" wrap="square" lIns="91425" tIns="137150" rIns="91425" bIns="91425" anchor="ctr" anchorCtr="0">
            <a:noAutofit/>
          </a:bodyPr>
          <a:lstStyle/>
          <a:p>
            <a:pPr marL="0" marR="0" lvl="0" indent="0" algn="ctr" rtl="0">
              <a:lnSpc>
                <a:spcPct val="100000"/>
              </a:lnSpc>
              <a:spcBef>
                <a:spcPts val="0"/>
              </a:spcBef>
              <a:spcAft>
                <a:spcPts val="0"/>
              </a:spcAft>
              <a:buNone/>
            </a:pPr>
            <a:r>
              <a:rPr lang="en" sz="2400" dirty="0">
                <a:solidFill>
                  <a:schemeClr val="lt1"/>
                </a:solidFill>
                <a:highlight>
                  <a:schemeClr val="dk2"/>
                </a:highlight>
                <a:latin typeface="Manrope"/>
                <a:ea typeface="Manrope"/>
                <a:cs typeface="Manrope"/>
                <a:sym typeface="Manrope"/>
              </a:rPr>
              <a:t>Severity</a:t>
            </a:r>
            <a:endParaRPr sz="2400" dirty="0">
              <a:solidFill>
                <a:schemeClr val="lt1"/>
              </a:solidFill>
              <a:highlight>
                <a:schemeClr val="dk2"/>
              </a:highlight>
              <a:latin typeface="Manrope"/>
              <a:ea typeface="Manrope"/>
              <a:cs typeface="Manrope"/>
              <a:sym typeface="Manrope"/>
            </a:endParaRPr>
          </a:p>
        </p:txBody>
      </p:sp>
      <p:sp>
        <p:nvSpPr>
          <p:cNvPr id="6" name="Google Shape;770;p59">
            <a:extLst>
              <a:ext uri="{FF2B5EF4-FFF2-40B4-BE49-F238E27FC236}">
                <a16:creationId xmlns:a16="http://schemas.microsoft.com/office/drawing/2014/main" id="{78972756-9326-C43D-EE7B-D318D3D91AC5}"/>
              </a:ext>
            </a:extLst>
          </p:cNvPr>
          <p:cNvSpPr/>
          <p:nvPr/>
        </p:nvSpPr>
        <p:spPr>
          <a:xfrm>
            <a:off x="6332115" y="2596124"/>
            <a:ext cx="4912859" cy="1965840"/>
          </a:xfrm>
          <a:prstGeom prst="roundRect">
            <a:avLst>
              <a:gd name="adj" fmla="val 11755"/>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9" name="Google Shape;773;p59">
            <a:extLst>
              <a:ext uri="{FF2B5EF4-FFF2-40B4-BE49-F238E27FC236}">
                <a16:creationId xmlns:a16="http://schemas.microsoft.com/office/drawing/2014/main" id="{0D42F5A8-4F7F-F9A1-6568-AFC70F702B14}"/>
              </a:ext>
            </a:extLst>
          </p:cNvPr>
          <p:cNvSpPr txBox="1"/>
          <p:nvPr/>
        </p:nvSpPr>
        <p:spPr>
          <a:xfrm>
            <a:off x="6901404" y="2401724"/>
            <a:ext cx="3916063" cy="388800"/>
          </a:xfrm>
          <a:prstGeom prst="rect">
            <a:avLst/>
          </a:prstGeom>
          <a:noFill/>
          <a:ln>
            <a:noFill/>
          </a:ln>
        </p:spPr>
        <p:txBody>
          <a:bodyPr spcFirstLastPara="1" wrap="square" lIns="91425" tIns="137150" rIns="91425" bIns="91425" anchor="ctr" anchorCtr="0">
            <a:noAutofit/>
          </a:bodyPr>
          <a:lstStyle/>
          <a:p>
            <a:pPr algn="ctr"/>
            <a:r>
              <a:rPr lang="en-AE" sz="2400" dirty="0" err="1">
                <a:solidFill>
                  <a:schemeClr val="bg1"/>
                </a:solidFill>
                <a:highlight>
                  <a:schemeClr val="dk2"/>
                </a:highlight>
                <a:latin typeface="Manrope"/>
              </a:rPr>
              <a:t>Majority_Survivor_Location</a:t>
            </a:r>
            <a:endParaRPr lang="en-AE" sz="2400" dirty="0">
              <a:solidFill>
                <a:schemeClr val="bg1"/>
              </a:solidFill>
              <a:highlight>
                <a:schemeClr val="dk2"/>
              </a:highlight>
              <a:latin typeface="Manrope"/>
            </a:endParaRPr>
          </a:p>
        </p:txBody>
      </p:sp>
      <p:sp>
        <p:nvSpPr>
          <p:cNvPr id="10" name="TextBox 9">
            <a:extLst>
              <a:ext uri="{FF2B5EF4-FFF2-40B4-BE49-F238E27FC236}">
                <a16:creationId xmlns:a16="http://schemas.microsoft.com/office/drawing/2014/main" id="{230CC7FF-E1B6-5C9F-DF94-A384CBBC64ED}"/>
              </a:ext>
            </a:extLst>
          </p:cNvPr>
          <p:cNvSpPr txBox="1"/>
          <p:nvPr/>
        </p:nvSpPr>
        <p:spPr>
          <a:xfrm>
            <a:off x="1137725" y="3018686"/>
            <a:ext cx="4742251" cy="1323439"/>
          </a:xfrm>
          <a:prstGeom prst="rect">
            <a:avLst/>
          </a:prstGeom>
          <a:noFill/>
        </p:spPr>
        <p:txBody>
          <a:bodyPr wrap="square" rtlCol="0">
            <a:spAutoFit/>
          </a:bodyPr>
          <a:lstStyle/>
          <a:p>
            <a:pPr algn="ctr"/>
            <a:r>
              <a:rPr lang="en-US" sz="1800" b="1" dirty="0">
                <a:solidFill>
                  <a:srgbClr val="002060"/>
                </a:solidFill>
                <a:latin typeface="Inter"/>
              </a:rPr>
              <a:t>Classify Accident Severity (Minor vs. Severe)</a:t>
            </a:r>
            <a:br>
              <a:rPr lang="en-US" b="1" dirty="0">
                <a:solidFill>
                  <a:srgbClr val="002060"/>
                </a:solidFill>
                <a:latin typeface="Inter"/>
              </a:rPr>
            </a:br>
            <a:br>
              <a:rPr lang="en-US" dirty="0">
                <a:solidFill>
                  <a:srgbClr val="002060"/>
                </a:solidFill>
                <a:latin typeface="Inter"/>
              </a:rPr>
            </a:br>
            <a:r>
              <a:rPr lang="en-US" sz="1600" dirty="0">
                <a:solidFill>
                  <a:srgbClr val="002060"/>
                </a:solidFill>
                <a:latin typeface="Inter"/>
              </a:rPr>
              <a:t>Identifying which conditions (weather, aircraft type, pilot experience, altitude) are most predictive of a severe outcome.</a:t>
            </a:r>
            <a:endParaRPr lang="en-AE" dirty="0">
              <a:solidFill>
                <a:srgbClr val="002060"/>
              </a:solidFill>
              <a:latin typeface="Inter"/>
            </a:endParaRPr>
          </a:p>
        </p:txBody>
      </p:sp>
      <p:sp>
        <p:nvSpPr>
          <p:cNvPr id="11" name="TextBox 10">
            <a:extLst>
              <a:ext uri="{FF2B5EF4-FFF2-40B4-BE49-F238E27FC236}">
                <a16:creationId xmlns:a16="http://schemas.microsoft.com/office/drawing/2014/main" id="{8A679A42-64E5-4C76-6774-05C2622A7D3D}"/>
              </a:ext>
            </a:extLst>
          </p:cNvPr>
          <p:cNvSpPr txBox="1"/>
          <p:nvPr/>
        </p:nvSpPr>
        <p:spPr>
          <a:xfrm>
            <a:off x="6419322" y="3018686"/>
            <a:ext cx="4880229" cy="1323439"/>
          </a:xfrm>
          <a:prstGeom prst="rect">
            <a:avLst/>
          </a:prstGeom>
          <a:noFill/>
        </p:spPr>
        <p:txBody>
          <a:bodyPr wrap="square" rtlCol="0">
            <a:spAutoFit/>
          </a:bodyPr>
          <a:lstStyle/>
          <a:p>
            <a:pPr algn="ctr"/>
            <a:r>
              <a:rPr lang="en-US" sz="1800" b="1" dirty="0">
                <a:solidFill>
                  <a:srgbClr val="002060"/>
                </a:solidFill>
                <a:latin typeface="Inter"/>
              </a:rPr>
              <a:t>Predict Survivor Location</a:t>
            </a:r>
            <a:r>
              <a:rPr lang="en-US" sz="1800" dirty="0">
                <a:solidFill>
                  <a:srgbClr val="002060"/>
                </a:solidFill>
                <a:latin typeface="Inter"/>
              </a:rPr>
              <a:t>  </a:t>
            </a:r>
            <a:br>
              <a:rPr lang="en-US" sz="1800" dirty="0">
                <a:solidFill>
                  <a:srgbClr val="002060"/>
                </a:solidFill>
                <a:latin typeface="Inter"/>
              </a:rPr>
            </a:br>
            <a:br>
              <a:rPr lang="en-US" dirty="0">
                <a:solidFill>
                  <a:srgbClr val="002060"/>
                </a:solidFill>
                <a:latin typeface="Inter"/>
              </a:rPr>
            </a:br>
            <a:r>
              <a:rPr lang="en-US" sz="1600" dirty="0">
                <a:solidFill>
                  <a:srgbClr val="002060"/>
                </a:solidFill>
                <a:latin typeface="Inter"/>
              </a:rPr>
              <a:t>Determining whether survivors are concentrated in specific aircraft zones to enable more targeted emergency response planning.</a:t>
            </a:r>
            <a:endParaRPr lang="en-AE" dirty="0">
              <a:solidFill>
                <a:srgbClr val="002060"/>
              </a:solidFill>
              <a:latin typeface="Inter"/>
            </a:endParaRPr>
          </a:p>
        </p:txBody>
      </p:sp>
      <p:sp>
        <p:nvSpPr>
          <p:cNvPr id="12" name="Google Shape;770;p59">
            <a:extLst>
              <a:ext uri="{FF2B5EF4-FFF2-40B4-BE49-F238E27FC236}">
                <a16:creationId xmlns:a16="http://schemas.microsoft.com/office/drawing/2014/main" id="{45F9B184-7206-4AFA-6CFA-5802F28F8E48}"/>
              </a:ext>
            </a:extLst>
          </p:cNvPr>
          <p:cNvSpPr/>
          <p:nvPr/>
        </p:nvSpPr>
        <p:spPr>
          <a:xfrm>
            <a:off x="982663" y="5015636"/>
            <a:ext cx="10258538" cy="933644"/>
          </a:xfrm>
          <a:prstGeom prst="roundRect">
            <a:avLst>
              <a:gd name="adj" fmla="val 11755"/>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3" name="TextBox 12">
            <a:extLst>
              <a:ext uri="{FF2B5EF4-FFF2-40B4-BE49-F238E27FC236}">
                <a16:creationId xmlns:a16="http://schemas.microsoft.com/office/drawing/2014/main" id="{B0DAEEC5-C393-6269-92B8-368766E1EFF9}"/>
              </a:ext>
            </a:extLst>
          </p:cNvPr>
          <p:cNvSpPr txBox="1"/>
          <p:nvPr/>
        </p:nvSpPr>
        <p:spPr>
          <a:xfrm>
            <a:off x="1271464" y="5216818"/>
            <a:ext cx="9969736" cy="584775"/>
          </a:xfrm>
          <a:prstGeom prst="rect">
            <a:avLst/>
          </a:prstGeom>
          <a:noFill/>
        </p:spPr>
        <p:txBody>
          <a:bodyPr wrap="square" rtlCol="0">
            <a:spAutoFit/>
          </a:bodyPr>
          <a:lstStyle/>
          <a:p>
            <a:r>
              <a:rPr lang="en-US" sz="1600" dirty="0">
                <a:solidFill>
                  <a:srgbClr val="002060"/>
                </a:solidFill>
                <a:latin typeface="Inter"/>
              </a:rPr>
              <a:t>A supplementary </a:t>
            </a:r>
            <a:r>
              <a:rPr lang="en-US" sz="1600" b="1" dirty="0">
                <a:solidFill>
                  <a:srgbClr val="002060"/>
                </a:solidFill>
                <a:latin typeface="Inter"/>
              </a:rPr>
              <a:t>clustering analysis</a:t>
            </a:r>
            <a:r>
              <a:rPr lang="en-US" sz="1600" dirty="0">
                <a:solidFill>
                  <a:srgbClr val="002060"/>
                </a:solidFill>
                <a:latin typeface="Inter"/>
              </a:rPr>
              <a:t> groups accidents by shared risk profiles, providing actionable insights for safety regulators and airline operations teams.</a:t>
            </a:r>
            <a:endParaRPr lang="en-AE" sz="1600" dirty="0">
              <a:solidFill>
                <a:srgbClr val="002060"/>
              </a:solidFill>
              <a:latin typeface="Inter"/>
            </a:endParaRPr>
          </a:p>
        </p:txBody>
      </p:sp>
      <p:sp>
        <p:nvSpPr>
          <p:cNvPr id="14" name="Google Shape;773;p59">
            <a:extLst>
              <a:ext uri="{FF2B5EF4-FFF2-40B4-BE49-F238E27FC236}">
                <a16:creationId xmlns:a16="http://schemas.microsoft.com/office/drawing/2014/main" id="{4B39EB70-7419-F28B-70E5-5EAA12F03D00}"/>
              </a:ext>
            </a:extLst>
          </p:cNvPr>
          <p:cNvSpPr txBox="1"/>
          <p:nvPr/>
        </p:nvSpPr>
        <p:spPr>
          <a:xfrm>
            <a:off x="4085648" y="4777988"/>
            <a:ext cx="3916063" cy="388800"/>
          </a:xfrm>
          <a:prstGeom prst="rect">
            <a:avLst/>
          </a:prstGeom>
          <a:noFill/>
          <a:ln>
            <a:noFill/>
          </a:ln>
        </p:spPr>
        <p:txBody>
          <a:bodyPr spcFirstLastPara="1" wrap="square" lIns="91425" tIns="137150" rIns="91425" bIns="91425" anchor="ctr" anchorCtr="0">
            <a:noAutofit/>
          </a:bodyPr>
          <a:lstStyle/>
          <a:p>
            <a:pPr algn="ctr"/>
            <a:r>
              <a:rPr lang="en-AE" sz="2400" dirty="0" err="1">
                <a:solidFill>
                  <a:schemeClr val="bg1"/>
                </a:solidFill>
                <a:highlight>
                  <a:schemeClr val="dk2"/>
                </a:highlight>
                <a:latin typeface="Manrope"/>
              </a:rPr>
              <a:t>Clustering_analysis</a:t>
            </a:r>
            <a:endParaRPr lang="en-AE" sz="2400" dirty="0">
              <a:solidFill>
                <a:schemeClr val="bg1"/>
              </a:solidFill>
              <a:highlight>
                <a:schemeClr val="dk2"/>
              </a:highlight>
              <a:latin typeface="Manrope"/>
            </a:endParaRPr>
          </a:p>
        </p:txBody>
      </p:sp>
    </p:spTree>
    <p:extLst>
      <p:ext uri="{BB962C8B-B14F-4D97-AF65-F5344CB8AC3E}">
        <p14:creationId xmlns:p14="http://schemas.microsoft.com/office/powerpoint/2010/main" val="1467193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4636-3CF3-F9F5-EEE0-D23A476A03F1}"/>
              </a:ext>
            </a:extLst>
          </p:cNvPr>
          <p:cNvSpPr>
            <a:spLocks noGrp="1"/>
          </p:cNvSpPr>
          <p:nvPr>
            <p:ph type="title"/>
          </p:nvPr>
        </p:nvSpPr>
        <p:spPr/>
        <p:txBody>
          <a:bodyPr/>
          <a:lstStyle/>
          <a:p>
            <a:r>
              <a:rPr lang="en-US" dirty="0"/>
              <a:t>Domain Knowledge</a:t>
            </a:r>
            <a:endParaRPr lang="en-AE" dirty="0"/>
          </a:p>
        </p:txBody>
      </p:sp>
      <p:sp>
        <p:nvSpPr>
          <p:cNvPr id="3" name="Text Placeholder 2">
            <a:extLst>
              <a:ext uri="{FF2B5EF4-FFF2-40B4-BE49-F238E27FC236}">
                <a16:creationId xmlns:a16="http://schemas.microsoft.com/office/drawing/2014/main" id="{6D8C572D-0E03-DB18-8924-E5BCFECFE741}"/>
              </a:ext>
            </a:extLst>
          </p:cNvPr>
          <p:cNvSpPr>
            <a:spLocks noGrp="1"/>
          </p:cNvSpPr>
          <p:nvPr>
            <p:ph type="body" idx="1"/>
          </p:nvPr>
        </p:nvSpPr>
        <p:spPr>
          <a:xfrm>
            <a:off x="734776" y="1374148"/>
            <a:ext cx="10689816" cy="1881815"/>
          </a:xfrm>
        </p:spPr>
        <p:txBody>
          <a:bodyPr/>
          <a:lstStyle/>
          <a:p>
            <a:pPr marL="152396" indent="0">
              <a:buNone/>
            </a:pPr>
            <a:r>
              <a:rPr lang="en-US" sz="1800" b="1" dirty="0">
                <a:solidFill>
                  <a:srgbClr val="002060"/>
                </a:solidFill>
                <a:latin typeface="Inter"/>
                <a:cs typeface="Arial"/>
                <a:sym typeface="Arial"/>
              </a:rPr>
              <a:t>Scale of Problem</a:t>
            </a:r>
          </a:p>
          <a:p>
            <a:pPr marL="152396" indent="0">
              <a:buNone/>
            </a:pPr>
            <a:endParaRPr lang="en-US" sz="1100" dirty="0">
              <a:solidFill>
                <a:srgbClr val="002060"/>
              </a:solidFill>
              <a:latin typeface="Inter"/>
              <a:cs typeface="Arial"/>
              <a:sym typeface="Arial"/>
            </a:endParaRPr>
          </a:p>
          <a:p>
            <a:pPr marL="152396" indent="0">
              <a:buNone/>
            </a:pPr>
            <a:r>
              <a:rPr lang="en-US" sz="1600" dirty="0">
                <a:solidFill>
                  <a:srgbClr val="002060"/>
                </a:solidFill>
                <a:latin typeface="Inter"/>
                <a:cs typeface="Arial"/>
                <a:sym typeface="Arial"/>
              </a:rPr>
              <a:t>Commercial aviation has seen significant long-term reduction in accident rates, from 3.72 accidents per million sectors in 2005 to 1.13 in 2024 </a:t>
            </a:r>
            <a:r>
              <a:rPr lang="en-US" altLang="en-US" sz="1600" i="1" dirty="0">
                <a:solidFill>
                  <a:srgbClr val="002060"/>
                </a:solidFill>
                <a:latin typeface="Inter"/>
                <a:cs typeface="Times New Roman" panose="02020603050405020304" pitchFamily="18" charset="0"/>
              </a:rPr>
              <a:t>(IATA, 2024a)</a:t>
            </a:r>
            <a:r>
              <a:rPr lang="en-US" sz="1600" i="1" dirty="0">
                <a:solidFill>
                  <a:srgbClr val="002060"/>
                </a:solidFill>
                <a:latin typeface="Inter"/>
                <a:cs typeface="Arial"/>
                <a:sym typeface="Arial"/>
              </a:rPr>
              <a:t>. </a:t>
            </a:r>
            <a:r>
              <a:rPr lang="en-US" sz="1600" dirty="0">
                <a:solidFill>
                  <a:srgbClr val="002060"/>
                </a:solidFill>
                <a:latin typeface="Inter"/>
                <a:cs typeface="Arial"/>
                <a:sym typeface="Arial"/>
              </a:rPr>
              <a:t>Despite this progress, there were 244 on-board fatalities in 2024, compared to a five-year average of 144 </a:t>
            </a:r>
            <a:r>
              <a:rPr lang="en-US" altLang="en-US" sz="1600" i="1" dirty="0">
                <a:solidFill>
                  <a:srgbClr val="002060"/>
                </a:solidFill>
                <a:latin typeface="Inter"/>
                <a:cs typeface="Times New Roman" panose="02020603050405020304" pitchFamily="18" charset="0"/>
              </a:rPr>
              <a:t>(IATA, 2024b)</a:t>
            </a:r>
            <a:r>
              <a:rPr lang="en-US" sz="1600" dirty="0">
                <a:solidFill>
                  <a:srgbClr val="002060"/>
                </a:solidFill>
                <a:latin typeface="Inter"/>
                <a:cs typeface="Arial"/>
                <a:sym typeface="Arial"/>
              </a:rPr>
              <a:t>. Economically, the average annual cost of general aviation accidents ranges between $1.64 and $4.64 billion USD, encompassing medical costs, aircraft damage, legal claims, and investigation expenses </a:t>
            </a:r>
            <a:r>
              <a:rPr lang="en-US" sz="1600" i="1" dirty="0">
                <a:solidFill>
                  <a:srgbClr val="002060"/>
                </a:solidFill>
                <a:latin typeface="Inter"/>
              </a:rPr>
              <a:t>(Sheffield, Lee and Zhang, 2025)</a:t>
            </a:r>
            <a:r>
              <a:rPr lang="en-US" sz="1600" dirty="0">
                <a:solidFill>
                  <a:srgbClr val="002060"/>
                </a:solidFill>
                <a:latin typeface="Inter"/>
                <a:cs typeface="Arial"/>
                <a:sym typeface="Arial"/>
              </a:rPr>
              <a:t>.</a:t>
            </a:r>
          </a:p>
        </p:txBody>
      </p:sp>
      <p:sp>
        <p:nvSpPr>
          <p:cNvPr id="8" name="Text Placeholder 2">
            <a:extLst>
              <a:ext uri="{FF2B5EF4-FFF2-40B4-BE49-F238E27FC236}">
                <a16:creationId xmlns:a16="http://schemas.microsoft.com/office/drawing/2014/main" id="{D2FEF945-3726-920B-655C-582321770568}"/>
              </a:ext>
            </a:extLst>
          </p:cNvPr>
          <p:cNvSpPr txBox="1">
            <a:spLocks/>
          </p:cNvSpPr>
          <p:nvPr/>
        </p:nvSpPr>
        <p:spPr>
          <a:xfrm>
            <a:off x="734776" y="3255963"/>
            <a:ext cx="10689816" cy="14401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eaLnBrk="1" hangingPunct="1">
              <a:lnSpc>
                <a:spcPct val="100000"/>
              </a:lnSpc>
              <a:spcBef>
                <a:spcPts val="0"/>
              </a:spcBef>
              <a:spcAft>
                <a:spcPts val="0"/>
              </a:spcAft>
              <a:buClr>
                <a:schemeClr val="dk1"/>
              </a:buClr>
              <a:buSzPts val="1800"/>
              <a:buFont typeface="Source Sans Pro"/>
              <a:buChar char="●"/>
              <a:defRPr sz="1467" b="0" i="0" u="none" strike="noStrike" cap="none">
                <a:solidFill>
                  <a:schemeClr val="dk1"/>
                </a:solidFill>
                <a:latin typeface="Source Sans Pro"/>
                <a:ea typeface="Source Sans Pro"/>
                <a:cs typeface="Source Sans Pro"/>
                <a:sym typeface="Source Sans Pro"/>
              </a:defRPr>
            </a:lvl1pPr>
            <a:lvl2pPr marL="1219170" marR="0" lvl="1"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2pPr>
            <a:lvl3pPr marL="1828754" marR="0" lvl="2"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3pPr>
            <a:lvl4pPr marL="2438339" marR="0" lvl="3"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4pPr>
            <a:lvl5pPr marL="3047924" marR="0" lvl="4"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5pPr>
            <a:lvl6pPr marL="3657509" marR="0" lvl="5"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6pPr>
            <a:lvl7pPr marL="4267093" marR="0" lvl="6"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7pPr>
            <a:lvl8pPr marL="4876678" marR="0" lvl="7"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8pPr>
            <a:lvl9pPr marL="5486263" marR="0" lvl="8"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9pPr>
          </a:lstStyle>
          <a:p>
            <a:pPr marL="152396" indent="0">
              <a:buFont typeface="Source Sans Pro"/>
              <a:buNone/>
            </a:pPr>
            <a:r>
              <a:rPr lang="en-US" sz="1800" b="1" dirty="0">
                <a:solidFill>
                  <a:srgbClr val="002060"/>
                </a:solidFill>
                <a:latin typeface="Inter"/>
                <a:cs typeface="Arial"/>
                <a:sym typeface="Arial"/>
              </a:rPr>
              <a:t>Key Accident Causes</a:t>
            </a:r>
          </a:p>
          <a:p>
            <a:pPr marL="152396" indent="0">
              <a:buFont typeface="Source Sans Pro"/>
              <a:buNone/>
            </a:pPr>
            <a:endParaRPr lang="en-US" sz="1100" dirty="0">
              <a:solidFill>
                <a:srgbClr val="002060"/>
              </a:solidFill>
              <a:latin typeface="Inter"/>
              <a:cs typeface="Arial"/>
              <a:sym typeface="Arial"/>
            </a:endParaRPr>
          </a:p>
          <a:p>
            <a:pPr marL="152396" indent="0">
              <a:buNone/>
            </a:pPr>
            <a:r>
              <a:rPr lang="en-US" sz="1600" dirty="0">
                <a:solidFill>
                  <a:srgbClr val="002060"/>
                </a:solidFill>
                <a:latin typeface="Inter"/>
                <a:cs typeface="Arial"/>
                <a:sym typeface="Arial"/>
              </a:rPr>
              <a:t>Pilot error accounts for approximately 53% of aircraft accidents, followed by mechanical failure (21%) and weather conditions (11%) </a:t>
            </a:r>
            <a:r>
              <a:rPr lang="en-US" altLang="en-US" sz="1600" i="1" dirty="0">
                <a:solidFill>
                  <a:srgbClr val="002060"/>
                </a:solidFill>
                <a:latin typeface="Inter"/>
                <a:cs typeface="Times New Roman" panose="02020603050405020304" pitchFamily="18" charset="0"/>
              </a:rPr>
              <a:t>(IATA, 2024a)</a:t>
            </a:r>
            <a:r>
              <a:rPr lang="en-US" sz="1600" dirty="0">
                <a:solidFill>
                  <a:srgbClr val="002060"/>
                </a:solidFill>
                <a:latin typeface="Inter"/>
                <a:cs typeface="Arial"/>
                <a:sym typeface="Arial"/>
              </a:rPr>
              <a:t>. In 2024 specifically, abrupt aircraft control was a contributing factor in 26% of accidents, unstable approach in 26%, and aircraft malfunction and adverse weather each in 22% </a:t>
            </a:r>
            <a:r>
              <a:rPr lang="en-US" sz="1600" i="1" dirty="0">
                <a:solidFill>
                  <a:srgbClr val="002060"/>
                </a:solidFill>
                <a:latin typeface="Inter"/>
              </a:rPr>
              <a:t>(ICAO, 2025)</a:t>
            </a:r>
            <a:r>
              <a:rPr lang="en-US" sz="1600" i="1" dirty="0">
                <a:solidFill>
                  <a:srgbClr val="002060"/>
                </a:solidFill>
                <a:latin typeface="Inter"/>
                <a:cs typeface="Arial"/>
                <a:sym typeface="Arial"/>
              </a:rPr>
              <a:t>.  </a:t>
            </a:r>
          </a:p>
        </p:txBody>
      </p:sp>
      <p:sp>
        <p:nvSpPr>
          <p:cNvPr id="9" name="Text Placeholder 2">
            <a:extLst>
              <a:ext uri="{FF2B5EF4-FFF2-40B4-BE49-F238E27FC236}">
                <a16:creationId xmlns:a16="http://schemas.microsoft.com/office/drawing/2014/main" id="{594C4B4F-2831-B212-4CAB-C5C683BC1DD7}"/>
              </a:ext>
            </a:extLst>
          </p:cNvPr>
          <p:cNvSpPr txBox="1">
            <a:spLocks/>
          </p:cNvSpPr>
          <p:nvPr/>
        </p:nvSpPr>
        <p:spPr>
          <a:xfrm>
            <a:off x="734776" y="4669086"/>
            <a:ext cx="10689816" cy="18562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57189" algn="l" rtl="0" eaLnBrk="1" hangingPunct="1">
              <a:lnSpc>
                <a:spcPct val="100000"/>
              </a:lnSpc>
              <a:spcBef>
                <a:spcPts val="0"/>
              </a:spcBef>
              <a:spcAft>
                <a:spcPts val="0"/>
              </a:spcAft>
              <a:buClr>
                <a:schemeClr val="dk1"/>
              </a:buClr>
              <a:buSzPts val="1800"/>
              <a:buFont typeface="Source Sans Pro"/>
              <a:buChar char="●"/>
              <a:defRPr sz="1467" b="0" i="0" u="none" strike="noStrike" cap="none">
                <a:solidFill>
                  <a:schemeClr val="dk1"/>
                </a:solidFill>
                <a:latin typeface="Source Sans Pro"/>
                <a:ea typeface="Source Sans Pro"/>
                <a:cs typeface="Source Sans Pro"/>
                <a:sym typeface="Source Sans Pro"/>
              </a:defRPr>
            </a:lvl1pPr>
            <a:lvl2pPr marL="1219170" marR="0" lvl="1"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2pPr>
            <a:lvl3pPr marL="1828754" marR="0" lvl="2"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3pPr>
            <a:lvl4pPr marL="2438339" marR="0" lvl="3"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4pPr>
            <a:lvl5pPr marL="3047924" marR="0" lvl="4"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5pPr>
            <a:lvl6pPr marL="3657509" marR="0" lvl="5"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6pPr>
            <a:lvl7pPr marL="4267093" marR="0" lvl="6"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7pPr>
            <a:lvl8pPr marL="4876678" marR="0" lvl="7"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8pPr>
            <a:lvl9pPr marL="5486263" marR="0" lvl="8" indent="-423323" algn="l" rtl="0" eaLnBrk="1" hangingPunct="1">
              <a:lnSpc>
                <a:spcPct val="100000"/>
              </a:lnSpc>
              <a:spcBef>
                <a:spcPts val="0"/>
              </a:spcBef>
              <a:spcAft>
                <a:spcPts val="0"/>
              </a:spcAft>
              <a:buClr>
                <a:schemeClr val="dk1"/>
              </a:buClr>
              <a:buSzPts val="1400"/>
              <a:buFont typeface="Source Sans Pro"/>
              <a:buChar char="■"/>
              <a:defRPr sz="1867" b="0" i="0" u="none" strike="noStrike" cap="none">
                <a:solidFill>
                  <a:schemeClr val="dk1"/>
                </a:solidFill>
                <a:latin typeface="Source Sans Pro"/>
                <a:ea typeface="Source Sans Pro"/>
                <a:cs typeface="Source Sans Pro"/>
                <a:sym typeface="Source Sans Pro"/>
              </a:defRPr>
            </a:lvl9pPr>
          </a:lstStyle>
          <a:p>
            <a:pPr marL="152396" indent="0">
              <a:buFont typeface="Source Sans Pro"/>
              <a:buNone/>
            </a:pPr>
            <a:r>
              <a:rPr lang="en-US" sz="1800" b="1" dirty="0">
                <a:solidFill>
                  <a:srgbClr val="002060"/>
                </a:solidFill>
                <a:latin typeface="Inter"/>
                <a:cs typeface="Arial"/>
                <a:sym typeface="Arial"/>
              </a:rPr>
              <a:t>The Role of Predictive Analytics</a:t>
            </a:r>
          </a:p>
          <a:p>
            <a:pPr marL="152396" indent="0">
              <a:buFont typeface="Source Sans Pro"/>
              <a:buNone/>
            </a:pPr>
            <a:endParaRPr lang="en-US" sz="1100" dirty="0">
              <a:solidFill>
                <a:srgbClr val="002060"/>
              </a:solidFill>
              <a:latin typeface="Inter"/>
              <a:cs typeface="Arial"/>
              <a:sym typeface="Arial"/>
            </a:endParaRPr>
          </a:p>
          <a:p>
            <a:pPr marL="152396" indent="0">
              <a:buNone/>
            </a:pPr>
            <a:r>
              <a:rPr lang="en-US" sz="1600" dirty="0">
                <a:solidFill>
                  <a:srgbClr val="002060"/>
                </a:solidFill>
                <a:latin typeface="Inter"/>
                <a:cs typeface="Arial"/>
                <a:sym typeface="Arial"/>
              </a:rPr>
              <a:t>Machine learning has become an increasingly valuable tool in aviation safety, enabling analysts to process large volumes of historical data and surface patterns that traditional investigation methods may miss </a:t>
            </a:r>
            <a:r>
              <a:rPr lang="en-US" sz="1600" i="1" dirty="0">
                <a:solidFill>
                  <a:srgbClr val="002060"/>
                </a:solidFill>
                <a:latin typeface="Inter"/>
              </a:rPr>
              <a:t>(Demir, Moslem and </a:t>
            </a:r>
            <a:r>
              <a:rPr lang="en-US" sz="1600" i="1" dirty="0" err="1">
                <a:solidFill>
                  <a:srgbClr val="002060"/>
                </a:solidFill>
                <a:latin typeface="Inter"/>
              </a:rPr>
              <a:t>Duleba</a:t>
            </a:r>
            <a:r>
              <a:rPr lang="en-US" sz="1600" i="1" dirty="0">
                <a:solidFill>
                  <a:srgbClr val="002060"/>
                </a:solidFill>
                <a:latin typeface="Inter"/>
              </a:rPr>
              <a:t>, 2024)</a:t>
            </a:r>
            <a:r>
              <a:rPr lang="en-US" sz="1600" i="1" dirty="0">
                <a:solidFill>
                  <a:srgbClr val="002060"/>
                </a:solidFill>
                <a:latin typeface="Inter"/>
                <a:cs typeface="Arial"/>
                <a:sym typeface="Arial"/>
              </a:rPr>
              <a:t>. </a:t>
            </a:r>
            <a:r>
              <a:rPr lang="en-US" sz="1600" dirty="0">
                <a:solidFill>
                  <a:srgbClr val="002060"/>
                </a:solidFill>
                <a:latin typeface="Inter"/>
                <a:cs typeface="Arial"/>
                <a:sym typeface="Arial"/>
              </a:rPr>
              <a:t>Research has confirmed the algorithms used in this project are well suited to the task—decision tree, logistic regression, and random forest have all been applied to aviation accident data sets, with logistic regression achieving a ROC index of 0.945 in one general aviation study </a:t>
            </a:r>
            <a:r>
              <a:rPr lang="en-US" sz="1600" i="1" dirty="0">
                <a:solidFill>
                  <a:srgbClr val="002060"/>
                </a:solidFill>
                <a:latin typeface="Inter"/>
              </a:rPr>
              <a:t>(Baugh, 2020)</a:t>
            </a:r>
            <a:r>
              <a:rPr lang="en-US" sz="1600" i="1" dirty="0">
                <a:solidFill>
                  <a:srgbClr val="002060"/>
                </a:solidFill>
                <a:latin typeface="Inter"/>
                <a:cs typeface="Arial"/>
                <a:sym typeface="Arial"/>
              </a:rPr>
              <a:t>.</a:t>
            </a:r>
          </a:p>
        </p:txBody>
      </p:sp>
    </p:spTree>
    <p:extLst>
      <p:ext uri="{BB962C8B-B14F-4D97-AF65-F5344CB8AC3E}">
        <p14:creationId xmlns:p14="http://schemas.microsoft.com/office/powerpoint/2010/main" val="1155574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97609-CE57-5EEA-F1D5-406D3E51D0EF}"/>
              </a:ext>
            </a:extLst>
          </p:cNvPr>
          <p:cNvSpPr>
            <a:spLocks noGrp="1"/>
          </p:cNvSpPr>
          <p:nvPr>
            <p:ph type="title"/>
          </p:nvPr>
        </p:nvSpPr>
        <p:spPr/>
        <p:txBody>
          <a:bodyPr/>
          <a:lstStyle/>
          <a:p>
            <a:r>
              <a:rPr lang="en-US" dirty="0"/>
              <a:t>Data Preparation </a:t>
            </a:r>
            <a:r>
              <a:rPr lang="it-IT" dirty="0"/>
              <a:t>– Prepare Recipe in Dataiku</a:t>
            </a:r>
            <a:endParaRPr lang="en-AE" dirty="0"/>
          </a:p>
        </p:txBody>
      </p:sp>
      <p:pic>
        <p:nvPicPr>
          <p:cNvPr id="4" name="Picture 3">
            <a:extLst>
              <a:ext uri="{FF2B5EF4-FFF2-40B4-BE49-F238E27FC236}">
                <a16:creationId xmlns:a16="http://schemas.microsoft.com/office/drawing/2014/main" id="{532B723B-2629-74BA-7753-677F447ED1AB}"/>
              </a:ext>
            </a:extLst>
          </p:cNvPr>
          <p:cNvPicPr>
            <a:picLocks noChangeAspect="1"/>
          </p:cNvPicPr>
          <p:nvPr/>
        </p:nvPicPr>
        <p:blipFill>
          <a:blip r:embed="rId2"/>
          <a:srcRect b="25294"/>
          <a:stretch>
            <a:fillRect/>
          </a:stretch>
        </p:blipFill>
        <p:spPr>
          <a:xfrm>
            <a:off x="982663" y="1557337"/>
            <a:ext cx="3279132" cy="5112023"/>
          </a:xfrm>
          <a:prstGeom prst="rect">
            <a:avLst/>
          </a:prstGeom>
          <a:ln>
            <a:solidFill>
              <a:srgbClr val="002060"/>
            </a:solidFill>
          </a:ln>
        </p:spPr>
      </p:pic>
      <p:sp>
        <p:nvSpPr>
          <p:cNvPr id="5" name="TextBox 4">
            <a:extLst>
              <a:ext uri="{FF2B5EF4-FFF2-40B4-BE49-F238E27FC236}">
                <a16:creationId xmlns:a16="http://schemas.microsoft.com/office/drawing/2014/main" id="{FAA2C0BC-EEEA-FB74-3F0C-672FB072628C}"/>
              </a:ext>
            </a:extLst>
          </p:cNvPr>
          <p:cNvSpPr txBox="1"/>
          <p:nvPr/>
        </p:nvSpPr>
        <p:spPr>
          <a:xfrm>
            <a:off x="4799856" y="1844824"/>
            <a:ext cx="6696744" cy="4062651"/>
          </a:xfrm>
          <a:prstGeom prst="rect">
            <a:avLst/>
          </a:prstGeom>
          <a:noFill/>
        </p:spPr>
        <p:txBody>
          <a:bodyPr wrap="square" rtlCol="0">
            <a:spAutoFit/>
          </a:bodyPr>
          <a:lstStyle/>
          <a:p>
            <a:r>
              <a:rPr lang="en-US" sz="1800" b="1" dirty="0">
                <a:solidFill>
                  <a:srgbClr val="002060"/>
                </a:solidFill>
                <a:latin typeface="Inter"/>
              </a:rPr>
              <a:t>Step 1</a:t>
            </a:r>
          </a:p>
          <a:p>
            <a:r>
              <a:rPr lang="en-US" sz="1600" b="1" dirty="0">
                <a:solidFill>
                  <a:srgbClr val="002060"/>
                </a:solidFill>
                <a:latin typeface="Inter"/>
              </a:rPr>
              <a:t>Parse date </a:t>
            </a:r>
            <a:r>
              <a:rPr lang="en-US" sz="1600" dirty="0">
                <a:solidFill>
                  <a:srgbClr val="002060"/>
                </a:solidFill>
                <a:latin typeface="Inter"/>
              </a:rPr>
              <a:t>in </a:t>
            </a:r>
            <a:r>
              <a:rPr lang="en-US" sz="1600" dirty="0" err="1">
                <a:solidFill>
                  <a:srgbClr val="002060"/>
                </a:solidFill>
                <a:latin typeface="Inter"/>
              </a:rPr>
              <a:t>Accident_Date</a:t>
            </a:r>
            <a:r>
              <a:rPr lang="en-US" sz="1600" dirty="0">
                <a:solidFill>
                  <a:srgbClr val="002060"/>
                </a:solidFill>
                <a:latin typeface="Inter"/>
              </a:rPr>
              <a:t> – Standardized to dd/MM/</a:t>
            </a:r>
            <a:r>
              <a:rPr lang="en-US" sz="1600" dirty="0" err="1">
                <a:solidFill>
                  <a:srgbClr val="002060"/>
                </a:solidFill>
                <a:latin typeface="Inter"/>
              </a:rPr>
              <a:t>yyyy</a:t>
            </a:r>
            <a:r>
              <a:rPr lang="en-US" sz="1600" dirty="0">
                <a:solidFill>
                  <a:srgbClr val="002060"/>
                </a:solidFill>
                <a:latin typeface="Inter"/>
              </a:rPr>
              <a:t> format</a:t>
            </a:r>
          </a:p>
          <a:p>
            <a:endParaRPr lang="en-US" b="1" dirty="0">
              <a:solidFill>
                <a:srgbClr val="002060"/>
              </a:solidFill>
              <a:latin typeface="Inter"/>
            </a:endParaRPr>
          </a:p>
          <a:p>
            <a:r>
              <a:rPr lang="en-US" sz="1800" b="1" dirty="0">
                <a:solidFill>
                  <a:srgbClr val="002060"/>
                </a:solidFill>
                <a:latin typeface="Inter"/>
              </a:rPr>
              <a:t>Step 2</a:t>
            </a:r>
          </a:p>
          <a:p>
            <a:r>
              <a:rPr lang="en-US" sz="1600" b="1" dirty="0">
                <a:solidFill>
                  <a:srgbClr val="002060"/>
                </a:solidFill>
                <a:latin typeface="Inter"/>
              </a:rPr>
              <a:t>Extract date </a:t>
            </a:r>
            <a:r>
              <a:rPr lang="en-US" sz="1600" dirty="0">
                <a:solidFill>
                  <a:srgbClr val="002060"/>
                </a:solidFill>
                <a:latin typeface="Inter"/>
              </a:rPr>
              <a:t>components from </a:t>
            </a:r>
            <a:r>
              <a:rPr lang="en-US" sz="1600" dirty="0" err="1">
                <a:solidFill>
                  <a:srgbClr val="002060"/>
                </a:solidFill>
                <a:latin typeface="Inter"/>
              </a:rPr>
              <a:t>Accident_Date_parsed</a:t>
            </a:r>
            <a:r>
              <a:rPr lang="en-US" sz="1600" dirty="0">
                <a:solidFill>
                  <a:srgbClr val="002060"/>
                </a:solidFill>
                <a:latin typeface="Inter"/>
              </a:rPr>
              <a:t> – created </a:t>
            </a:r>
            <a:r>
              <a:rPr lang="en-US" sz="1600" dirty="0" err="1">
                <a:solidFill>
                  <a:srgbClr val="002060"/>
                </a:solidFill>
                <a:latin typeface="Inter"/>
              </a:rPr>
              <a:t>Accident_Year</a:t>
            </a:r>
            <a:r>
              <a:rPr lang="en-US" sz="1600" dirty="0">
                <a:solidFill>
                  <a:srgbClr val="002060"/>
                </a:solidFill>
                <a:latin typeface="Inter"/>
              </a:rPr>
              <a:t> and </a:t>
            </a:r>
            <a:r>
              <a:rPr lang="en-US" sz="1600" dirty="0" err="1">
                <a:solidFill>
                  <a:srgbClr val="002060"/>
                </a:solidFill>
                <a:latin typeface="Inter"/>
              </a:rPr>
              <a:t>Accident_Month</a:t>
            </a:r>
            <a:r>
              <a:rPr lang="en-US" sz="1600" dirty="0">
                <a:solidFill>
                  <a:srgbClr val="002060"/>
                </a:solidFill>
                <a:latin typeface="Inter"/>
              </a:rPr>
              <a:t> as separate columns to capture seasonal patterns</a:t>
            </a:r>
          </a:p>
          <a:p>
            <a:endParaRPr lang="en-US" b="1" dirty="0">
              <a:solidFill>
                <a:srgbClr val="002060"/>
              </a:solidFill>
              <a:latin typeface="Inter"/>
            </a:endParaRPr>
          </a:p>
          <a:p>
            <a:r>
              <a:rPr lang="en-US" sz="1800" b="1" dirty="0">
                <a:solidFill>
                  <a:srgbClr val="002060"/>
                </a:solidFill>
                <a:latin typeface="Inter"/>
              </a:rPr>
              <a:t>Step 3</a:t>
            </a:r>
          </a:p>
          <a:p>
            <a:r>
              <a:rPr lang="en-US" sz="1600" b="1" dirty="0">
                <a:solidFill>
                  <a:srgbClr val="002060"/>
                </a:solidFill>
                <a:latin typeface="Inter"/>
              </a:rPr>
              <a:t>Remove columns</a:t>
            </a:r>
            <a:r>
              <a:rPr lang="en-US" sz="1600" dirty="0">
                <a:solidFill>
                  <a:srgbClr val="002060"/>
                </a:solidFill>
                <a:latin typeface="Inter"/>
              </a:rPr>
              <a:t> – </a:t>
            </a:r>
            <a:r>
              <a:rPr lang="en-US" sz="1600" dirty="0" err="1">
                <a:solidFill>
                  <a:srgbClr val="002060"/>
                </a:solidFill>
                <a:latin typeface="Inter"/>
              </a:rPr>
              <a:t>Accident_Date</a:t>
            </a:r>
            <a:r>
              <a:rPr lang="en-US" sz="1600" dirty="0">
                <a:solidFill>
                  <a:srgbClr val="002060"/>
                </a:solidFill>
                <a:latin typeface="Inter"/>
              </a:rPr>
              <a:t>, </a:t>
            </a:r>
            <a:r>
              <a:rPr lang="en-US" sz="1600" dirty="0" err="1">
                <a:solidFill>
                  <a:srgbClr val="002060"/>
                </a:solidFill>
                <a:latin typeface="Inter"/>
              </a:rPr>
              <a:t>Accident_Date_parsed</a:t>
            </a:r>
            <a:r>
              <a:rPr lang="en-US" sz="1600" dirty="0">
                <a:solidFill>
                  <a:srgbClr val="002060"/>
                </a:solidFill>
                <a:latin typeface="Inter"/>
              </a:rPr>
              <a:t>, Fatalities, and Survivors dropped. The date columns were replaced by the extracted components; Fatalities and Survivors were removed to avoid data leakage</a:t>
            </a:r>
          </a:p>
          <a:p>
            <a:endParaRPr lang="en-US" b="1" dirty="0">
              <a:solidFill>
                <a:srgbClr val="002060"/>
              </a:solidFill>
              <a:latin typeface="Inter"/>
            </a:endParaRPr>
          </a:p>
          <a:p>
            <a:r>
              <a:rPr lang="en-US" sz="1800" b="1" dirty="0">
                <a:solidFill>
                  <a:srgbClr val="002060"/>
                </a:solidFill>
                <a:latin typeface="Inter"/>
              </a:rPr>
              <a:t>Step 4</a:t>
            </a:r>
          </a:p>
          <a:p>
            <a:r>
              <a:rPr lang="en-US" sz="1600" b="1" dirty="0">
                <a:solidFill>
                  <a:srgbClr val="002060"/>
                </a:solidFill>
                <a:latin typeface="Inter"/>
              </a:rPr>
              <a:t>Create column </a:t>
            </a:r>
            <a:r>
              <a:rPr lang="en-US" sz="1600" dirty="0" err="1">
                <a:solidFill>
                  <a:srgbClr val="002060"/>
                </a:solidFill>
                <a:latin typeface="Inter"/>
              </a:rPr>
              <a:t>Speed_Altitude_Ratio</a:t>
            </a:r>
            <a:r>
              <a:rPr lang="en-US" sz="1600" dirty="0">
                <a:solidFill>
                  <a:srgbClr val="002060"/>
                </a:solidFill>
                <a:latin typeface="Inter"/>
              </a:rPr>
              <a:t> – Engineered feature combining speed and altitude to better capture their interaction at the time of the accident</a:t>
            </a:r>
            <a:endParaRPr lang="en-AE" sz="1600" dirty="0">
              <a:solidFill>
                <a:srgbClr val="002060"/>
              </a:solidFill>
              <a:latin typeface="Inter"/>
            </a:endParaRPr>
          </a:p>
        </p:txBody>
      </p:sp>
    </p:spTree>
    <p:extLst>
      <p:ext uri="{BB962C8B-B14F-4D97-AF65-F5344CB8AC3E}">
        <p14:creationId xmlns:p14="http://schemas.microsoft.com/office/powerpoint/2010/main" val="3507892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7FDED-C77C-E076-5B91-B67010E68591}"/>
              </a:ext>
            </a:extLst>
          </p:cNvPr>
          <p:cNvSpPr>
            <a:spLocks noGrp="1"/>
          </p:cNvSpPr>
          <p:nvPr>
            <p:ph type="title"/>
          </p:nvPr>
        </p:nvSpPr>
        <p:spPr/>
        <p:txBody>
          <a:bodyPr/>
          <a:lstStyle/>
          <a:p>
            <a:r>
              <a:rPr lang="en-US" dirty="0"/>
              <a:t>Train/Test Split – Dataiku Split Recipe</a:t>
            </a:r>
            <a:endParaRPr lang="en-AE" dirty="0"/>
          </a:p>
        </p:txBody>
      </p:sp>
      <p:pic>
        <p:nvPicPr>
          <p:cNvPr id="3" name="Picture 2">
            <a:extLst>
              <a:ext uri="{FF2B5EF4-FFF2-40B4-BE49-F238E27FC236}">
                <a16:creationId xmlns:a16="http://schemas.microsoft.com/office/drawing/2014/main" id="{92C5DFB4-09D2-3439-345B-1D6E857753B7}"/>
              </a:ext>
            </a:extLst>
          </p:cNvPr>
          <p:cNvPicPr>
            <a:picLocks noChangeAspect="1"/>
          </p:cNvPicPr>
          <p:nvPr/>
        </p:nvPicPr>
        <p:blipFill>
          <a:blip r:embed="rId3"/>
          <a:srcRect l="16040" t="31761" r="24631" b="18928"/>
          <a:stretch>
            <a:fillRect/>
          </a:stretch>
        </p:blipFill>
        <p:spPr>
          <a:xfrm>
            <a:off x="1036996" y="1557338"/>
            <a:ext cx="7507276" cy="2807766"/>
          </a:xfrm>
          <a:prstGeom prst="rect">
            <a:avLst/>
          </a:prstGeom>
          <a:ln>
            <a:solidFill>
              <a:srgbClr val="002060"/>
            </a:solidFill>
          </a:ln>
        </p:spPr>
      </p:pic>
      <p:sp>
        <p:nvSpPr>
          <p:cNvPr id="5" name="TextBox 4">
            <a:extLst>
              <a:ext uri="{FF2B5EF4-FFF2-40B4-BE49-F238E27FC236}">
                <a16:creationId xmlns:a16="http://schemas.microsoft.com/office/drawing/2014/main" id="{C94D8C6A-54BB-18AF-511F-A3F5D2799121}"/>
              </a:ext>
            </a:extLst>
          </p:cNvPr>
          <p:cNvSpPr txBox="1"/>
          <p:nvPr/>
        </p:nvSpPr>
        <p:spPr>
          <a:xfrm>
            <a:off x="8616280" y="1558474"/>
            <a:ext cx="3168352" cy="2431435"/>
          </a:xfrm>
          <a:prstGeom prst="rect">
            <a:avLst/>
          </a:prstGeom>
          <a:noFill/>
        </p:spPr>
        <p:txBody>
          <a:bodyPr wrap="square" rtlCol="0">
            <a:spAutoFit/>
          </a:bodyPr>
          <a:lstStyle/>
          <a:p>
            <a:pPr marL="285750" indent="-285750">
              <a:buFont typeface="Arial" panose="020B0604020202020204" pitchFamily="34" charset="0"/>
              <a:buChar char="•"/>
            </a:pPr>
            <a:r>
              <a:rPr lang="en-US" sz="1800" b="1" dirty="0">
                <a:solidFill>
                  <a:srgbClr val="002060"/>
                </a:solidFill>
                <a:latin typeface="Inter"/>
              </a:rPr>
              <a:t>Method:</a:t>
            </a:r>
            <a:br>
              <a:rPr lang="en-US" sz="1600" b="1" dirty="0">
                <a:solidFill>
                  <a:srgbClr val="002060"/>
                </a:solidFill>
                <a:latin typeface="Inter"/>
              </a:rPr>
            </a:br>
            <a:r>
              <a:rPr lang="en-US" sz="1600" dirty="0">
                <a:solidFill>
                  <a:srgbClr val="002060"/>
                </a:solidFill>
                <a:latin typeface="Inter"/>
              </a:rPr>
              <a:t>Full Random Dispatch</a:t>
            </a:r>
          </a:p>
          <a:p>
            <a:pPr marL="285750" indent="-285750">
              <a:buFont typeface="Arial" panose="020B0604020202020204" pitchFamily="34" charset="0"/>
              <a:buChar char="•"/>
            </a:pPr>
            <a:r>
              <a:rPr lang="en-US" sz="1800" b="1" dirty="0">
                <a:solidFill>
                  <a:srgbClr val="002060"/>
                </a:solidFill>
                <a:latin typeface="Inter"/>
              </a:rPr>
              <a:t>Ratio: </a:t>
            </a:r>
            <a:br>
              <a:rPr lang="en-US" sz="1600" b="1" dirty="0">
                <a:solidFill>
                  <a:srgbClr val="002060"/>
                </a:solidFill>
                <a:latin typeface="Inter"/>
              </a:rPr>
            </a:br>
            <a:r>
              <a:rPr lang="en-US" sz="1600" dirty="0">
                <a:solidFill>
                  <a:srgbClr val="002060"/>
                </a:solidFill>
                <a:latin typeface="Inter"/>
              </a:rPr>
              <a:t>80% Train/ 20% Test</a:t>
            </a:r>
          </a:p>
          <a:p>
            <a:pPr marL="285750" indent="-285750">
              <a:buFont typeface="Arial" panose="020B0604020202020204" pitchFamily="34" charset="0"/>
              <a:buChar char="•"/>
            </a:pPr>
            <a:r>
              <a:rPr lang="en-US" sz="1800" b="1" dirty="0">
                <a:solidFill>
                  <a:srgbClr val="002060"/>
                </a:solidFill>
                <a:latin typeface="Inter"/>
              </a:rPr>
              <a:t>Random Seed: </a:t>
            </a:r>
            <a:br>
              <a:rPr lang="en-US" sz="1600" b="1" dirty="0">
                <a:solidFill>
                  <a:srgbClr val="002060"/>
                </a:solidFill>
                <a:latin typeface="Inter"/>
              </a:rPr>
            </a:br>
            <a:r>
              <a:rPr lang="en-US" sz="1600" dirty="0">
                <a:solidFill>
                  <a:srgbClr val="002060"/>
                </a:solidFill>
                <a:latin typeface="Inter"/>
              </a:rPr>
              <a:t>42</a:t>
            </a:r>
            <a:endParaRPr lang="en-US" sz="1200" dirty="0">
              <a:solidFill>
                <a:srgbClr val="002060"/>
              </a:solidFill>
              <a:latin typeface="Inter"/>
            </a:endParaRPr>
          </a:p>
          <a:p>
            <a:pPr marL="285750" indent="-285750">
              <a:buFont typeface="Arial" panose="020B0604020202020204" pitchFamily="34" charset="0"/>
              <a:buChar char="•"/>
            </a:pPr>
            <a:r>
              <a:rPr lang="en-US" sz="1800" b="1" dirty="0">
                <a:solidFill>
                  <a:srgbClr val="002060"/>
                </a:solidFill>
                <a:latin typeface="Inter"/>
              </a:rPr>
              <a:t>Output datasets: </a:t>
            </a:r>
            <a:br>
              <a:rPr lang="en-US" sz="1600" b="1" dirty="0">
                <a:solidFill>
                  <a:srgbClr val="002060"/>
                </a:solidFill>
                <a:latin typeface="Inter"/>
              </a:rPr>
            </a:br>
            <a:r>
              <a:rPr lang="en-US" sz="1600" dirty="0" err="1">
                <a:solidFill>
                  <a:srgbClr val="002060"/>
                </a:solidFill>
                <a:latin typeface="Inter"/>
              </a:rPr>
              <a:t>Train_Sameeksha</a:t>
            </a:r>
            <a:r>
              <a:rPr lang="en-US" sz="1600" dirty="0">
                <a:solidFill>
                  <a:srgbClr val="002060"/>
                </a:solidFill>
                <a:latin typeface="Inter"/>
              </a:rPr>
              <a:t> (2,400 rows) | </a:t>
            </a:r>
            <a:r>
              <a:rPr lang="en-US" sz="1600" dirty="0" err="1">
                <a:solidFill>
                  <a:srgbClr val="002060"/>
                </a:solidFill>
                <a:latin typeface="Inter"/>
              </a:rPr>
              <a:t>Test_Sameeksha</a:t>
            </a:r>
            <a:r>
              <a:rPr lang="en-US" sz="1600" dirty="0">
                <a:solidFill>
                  <a:srgbClr val="002060"/>
                </a:solidFill>
                <a:latin typeface="Inter"/>
              </a:rPr>
              <a:t> (600 rows)</a:t>
            </a:r>
            <a:endParaRPr lang="en-AE" sz="1600" dirty="0">
              <a:solidFill>
                <a:srgbClr val="002060"/>
              </a:solidFill>
              <a:latin typeface="Inter"/>
            </a:endParaRPr>
          </a:p>
        </p:txBody>
      </p:sp>
      <p:sp>
        <p:nvSpPr>
          <p:cNvPr id="6" name="TextBox 5">
            <a:extLst>
              <a:ext uri="{FF2B5EF4-FFF2-40B4-BE49-F238E27FC236}">
                <a16:creationId xmlns:a16="http://schemas.microsoft.com/office/drawing/2014/main" id="{F8B56F3B-FB80-B6E6-7FE6-724E6998870A}"/>
              </a:ext>
            </a:extLst>
          </p:cNvPr>
          <p:cNvSpPr txBox="1"/>
          <p:nvPr/>
        </p:nvSpPr>
        <p:spPr>
          <a:xfrm>
            <a:off x="910655" y="4437112"/>
            <a:ext cx="10441929" cy="1846659"/>
          </a:xfrm>
          <a:prstGeom prst="rect">
            <a:avLst/>
          </a:prstGeom>
          <a:noFill/>
        </p:spPr>
        <p:txBody>
          <a:bodyPr wrap="square" rtlCol="0">
            <a:spAutoFit/>
          </a:bodyPr>
          <a:lstStyle/>
          <a:p>
            <a:r>
              <a:rPr lang="en-US" sz="1800" b="1" dirty="0">
                <a:solidFill>
                  <a:srgbClr val="002060"/>
                </a:solidFill>
                <a:latin typeface="Inter"/>
              </a:rPr>
              <a:t>Why 80/20</a:t>
            </a:r>
            <a:endParaRPr lang="en-US" dirty="0">
              <a:solidFill>
                <a:srgbClr val="002060"/>
              </a:solidFill>
              <a:latin typeface="Inter"/>
            </a:endParaRPr>
          </a:p>
          <a:p>
            <a:r>
              <a:rPr lang="en-US" sz="1600" dirty="0">
                <a:solidFill>
                  <a:srgbClr val="002060"/>
                </a:solidFill>
                <a:latin typeface="Inter"/>
              </a:rPr>
              <a:t>An 80/20  Split is the standard approach for data sets of this size dash it gives the models enough data to learn from while keeping a meaningful held out set for evaluation</a:t>
            </a:r>
            <a:r>
              <a:rPr lang="en-US" dirty="0">
                <a:solidFill>
                  <a:srgbClr val="002060"/>
                </a:solidFill>
                <a:latin typeface="Inter"/>
              </a:rPr>
              <a:t>
</a:t>
            </a:r>
          </a:p>
          <a:p>
            <a:r>
              <a:rPr lang="en-US" sz="1800" b="1" dirty="0">
                <a:solidFill>
                  <a:srgbClr val="002060"/>
                </a:solidFill>
                <a:latin typeface="Inter"/>
              </a:rPr>
              <a:t>Why seed 42? </a:t>
            </a:r>
            <a:endParaRPr lang="en-US" dirty="0">
              <a:solidFill>
                <a:srgbClr val="002060"/>
              </a:solidFill>
              <a:latin typeface="Inter"/>
            </a:endParaRPr>
          </a:p>
          <a:p>
            <a:r>
              <a:rPr lang="en-US" sz="1600" dirty="0">
                <a:solidFill>
                  <a:srgbClr val="002060"/>
                </a:solidFill>
                <a:latin typeface="Inter"/>
              </a:rPr>
              <a:t>Fixing the random seed ensures the split is reproducible—every time the recipe runs, the same rows go to test and train. An important step for comparing models fairly, as all three algorithms are evaluated on identical data.</a:t>
            </a:r>
            <a:endParaRPr lang="en-AE" sz="1600" dirty="0">
              <a:solidFill>
                <a:srgbClr val="002060"/>
              </a:solidFill>
              <a:latin typeface="Inter"/>
            </a:endParaRPr>
          </a:p>
        </p:txBody>
      </p:sp>
    </p:spTree>
    <p:extLst>
      <p:ext uri="{BB962C8B-B14F-4D97-AF65-F5344CB8AC3E}">
        <p14:creationId xmlns:p14="http://schemas.microsoft.com/office/powerpoint/2010/main" val="21785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84305-46F1-E29F-23AB-285131A502C7}"/>
              </a:ext>
            </a:extLst>
          </p:cNvPr>
          <p:cNvSpPr>
            <a:spLocks noGrp="1"/>
          </p:cNvSpPr>
          <p:nvPr>
            <p:ph type="title"/>
          </p:nvPr>
        </p:nvSpPr>
        <p:spPr/>
        <p:txBody>
          <a:bodyPr/>
          <a:lstStyle/>
          <a:p>
            <a:r>
              <a:rPr lang="en-US" dirty="0"/>
              <a:t>Visualizations</a:t>
            </a:r>
          </a:p>
        </p:txBody>
      </p:sp>
      <p:pic>
        <p:nvPicPr>
          <p:cNvPr id="4" name="Picture 3">
            <a:extLst>
              <a:ext uri="{FF2B5EF4-FFF2-40B4-BE49-F238E27FC236}">
                <a16:creationId xmlns:a16="http://schemas.microsoft.com/office/drawing/2014/main" id="{73C053B2-1BEA-1D85-22BF-4AAC6800A8B3}"/>
              </a:ext>
            </a:extLst>
          </p:cNvPr>
          <p:cNvPicPr>
            <a:picLocks noChangeAspect="1"/>
          </p:cNvPicPr>
          <p:nvPr/>
        </p:nvPicPr>
        <p:blipFill>
          <a:blip r:embed="rId2"/>
          <a:stretch>
            <a:fillRect/>
          </a:stretch>
        </p:blipFill>
        <p:spPr>
          <a:xfrm>
            <a:off x="974122" y="1571260"/>
            <a:ext cx="5351440" cy="2289788"/>
          </a:xfrm>
          <a:prstGeom prst="rect">
            <a:avLst/>
          </a:prstGeom>
          <a:ln>
            <a:solidFill>
              <a:srgbClr val="002060"/>
            </a:solidFill>
          </a:ln>
        </p:spPr>
      </p:pic>
      <p:sp>
        <p:nvSpPr>
          <p:cNvPr id="11" name="TextBox 10">
            <a:extLst>
              <a:ext uri="{FF2B5EF4-FFF2-40B4-BE49-F238E27FC236}">
                <a16:creationId xmlns:a16="http://schemas.microsoft.com/office/drawing/2014/main" id="{9C8887FC-0F15-30F9-02C6-1675E53EED2B}"/>
              </a:ext>
            </a:extLst>
          </p:cNvPr>
          <p:cNvSpPr txBox="1"/>
          <p:nvPr/>
        </p:nvSpPr>
        <p:spPr>
          <a:xfrm>
            <a:off x="6441526" y="1917238"/>
            <a:ext cx="4911058" cy="1107996"/>
          </a:xfrm>
          <a:prstGeom prst="rect">
            <a:avLst/>
          </a:prstGeom>
          <a:noFill/>
        </p:spPr>
        <p:txBody>
          <a:bodyPr wrap="square" rtlCol="0">
            <a:spAutoFit/>
          </a:bodyPr>
          <a:lstStyle/>
          <a:p>
            <a:r>
              <a:rPr lang="en-US" sz="1800" b="1" dirty="0">
                <a:solidFill>
                  <a:srgbClr val="002060"/>
                </a:solidFill>
                <a:latin typeface="Inter"/>
              </a:rPr>
              <a:t>Chart 1:  Count by severity</a:t>
            </a:r>
          </a:p>
          <a:p>
            <a:r>
              <a:rPr lang="en-US" sz="1600" dirty="0">
                <a:solidFill>
                  <a:srgbClr val="002060"/>
                </a:solidFill>
                <a:latin typeface="Inter"/>
              </a:rPr>
              <a:t>The data set is imbalanced—approx. 2,050 minor cases versus 950 severe. This 2:1 ratio is important context for model evaluation and is revisited in the limitations slide</a:t>
            </a:r>
            <a:endParaRPr lang="en-AE" sz="1600" dirty="0">
              <a:solidFill>
                <a:srgbClr val="002060"/>
              </a:solidFill>
              <a:latin typeface="Inter"/>
            </a:endParaRPr>
          </a:p>
        </p:txBody>
      </p:sp>
      <p:sp>
        <p:nvSpPr>
          <p:cNvPr id="12" name="TextBox 11">
            <a:extLst>
              <a:ext uri="{FF2B5EF4-FFF2-40B4-BE49-F238E27FC236}">
                <a16:creationId xmlns:a16="http://schemas.microsoft.com/office/drawing/2014/main" id="{6F19BE43-B872-D62E-2B54-243E4E298CBD}"/>
              </a:ext>
            </a:extLst>
          </p:cNvPr>
          <p:cNvSpPr txBox="1"/>
          <p:nvPr/>
        </p:nvSpPr>
        <p:spPr>
          <a:xfrm>
            <a:off x="6456040" y="4293096"/>
            <a:ext cx="4896544" cy="1354217"/>
          </a:xfrm>
          <a:prstGeom prst="rect">
            <a:avLst/>
          </a:prstGeom>
          <a:noFill/>
        </p:spPr>
        <p:txBody>
          <a:bodyPr wrap="square" rtlCol="0">
            <a:spAutoFit/>
          </a:bodyPr>
          <a:lstStyle/>
          <a:p>
            <a:r>
              <a:rPr lang="en-US" sz="1800" b="1" dirty="0">
                <a:solidFill>
                  <a:srgbClr val="002060"/>
                </a:solidFill>
                <a:latin typeface="Inter"/>
              </a:rPr>
              <a:t>Chart 2:  Count by  Accident year</a:t>
            </a:r>
          </a:p>
          <a:p>
            <a:r>
              <a:rPr lang="en-US" sz="1600" dirty="0">
                <a:solidFill>
                  <a:srgbClr val="002060"/>
                </a:solidFill>
                <a:latin typeface="Inter"/>
              </a:rPr>
              <a:t>Accident frequency remained stable between 2010-2023, averaging around 175-200 records per year. The sharp spike in 2024-2025 is likely a data artifact and should be interpreted with caution.</a:t>
            </a:r>
            <a:endParaRPr lang="en-AE" sz="1600" dirty="0">
              <a:solidFill>
                <a:srgbClr val="002060"/>
              </a:solidFill>
              <a:latin typeface="Inter"/>
            </a:endParaRPr>
          </a:p>
        </p:txBody>
      </p:sp>
      <p:pic>
        <p:nvPicPr>
          <p:cNvPr id="13" name="Picture 12">
            <a:extLst>
              <a:ext uri="{FF2B5EF4-FFF2-40B4-BE49-F238E27FC236}">
                <a16:creationId xmlns:a16="http://schemas.microsoft.com/office/drawing/2014/main" id="{7B07FC91-3C7A-3D1C-4C64-3BBE2E49E26F}"/>
              </a:ext>
            </a:extLst>
          </p:cNvPr>
          <p:cNvPicPr>
            <a:picLocks noChangeAspect="1"/>
          </p:cNvPicPr>
          <p:nvPr/>
        </p:nvPicPr>
        <p:blipFill>
          <a:blip r:embed="rId3"/>
          <a:stretch>
            <a:fillRect/>
          </a:stretch>
        </p:blipFill>
        <p:spPr>
          <a:xfrm>
            <a:off x="977011" y="3964933"/>
            <a:ext cx="5348550" cy="2315844"/>
          </a:xfrm>
          <a:prstGeom prst="rect">
            <a:avLst/>
          </a:prstGeom>
          <a:ln>
            <a:solidFill>
              <a:srgbClr val="002060"/>
            </a:solidFill>
          </a:ln>
        </p:spPr>
      </p:pic>
    </p:spTree>
    <p:extLst>
      <p:ext uri="{BB962C8B-B14F-4D97-AF65-F5344CB8AC3E}">
        <p14:creationId xmlns:p14="http://schemas.microsoft.com/office/powerpoint/2010/main" val="2108111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CBFC1-6898-4BE7-CAA8-5A109A2931D4}"/>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7285C963-4A23-C903-AF49-E6ABDEFB514C}"/>
              </a:ext>
            </a:extLst>
          </p:cNvPr>
          <p:cNvPicPr>
            <a:picLocks noChangeAspect="1"/>
          </p:cNvPicPr>
          <p:nvPr/>
        </p:nvPicPr>
        <p:blipFill>
          <a:blip r:embed="rId2"/>
          <a:stretch>
            <a:fillRect/>
          </a:stretch>
        </p:blipFill>
        <p:spPr>
          <a:xfrm>
            <a:off x="967654" y="1557338"/>
            <a:ext cx="5359444" cy="2305207"/>
          </a:xfrm>
          <a:prstGeom prst="rect">
            <a:avLst/>
          </a:prstGeom>
          <a:ln>
            <a:solidFill>
              <a:srgbClr val="002060"/>
            </a:solidFill>
          </a:ln>
        </p:spPr>
      </p:pic>
      <p:sp>
        <p:nvSpPr>
          <p:cNvPr id="4" name="TextBox 3">
            <a:extLst>
              <a:ext uri="{FF2B5EF4-FFF2-40B4-BE49-F238E27FC236}">
                <a16:creationId xmlns:a16="http://schemas.microsoft.com/office/drawing/2014/main" id="{F3182E5D-54A0-560A-8164-98C329A25E8F}"/>
              </a:ext>
            </a:extLst>
          </p:cNvPr>
          <p:cNvSpPr txBox="1"/>
          <p:nvPr/>
        </p:nvSpPr>
        <p:spPr>
          <a:xfrm>
            <a:off x="6443262" y="1916832"/>
            <a:ext cx="5311349" cy="1846659"/>
          </a:xfrm>
          <a:prstGeom prst="rect">
            <a:avLst/>
          </a:prstGeom>
          <a:noFill/>
        </p:spPr>
        <p:txBody>
          <a:bodyPr wrap="square" rtlCol="0">
            <a:spAutoFit/>
          </a:bodyPr>
          <a:lstStyle/>
          <a:p>
            <a:r>
              <a:rPr lang="en-US" sz="1800" b="1" dirty="0">
                <a:solidFill>
                  <a:srgbClr val="002060"/>
                </a:solidFill>
                <a:latin typeface="Inter"/>
              </a:rPr>
              <a:t>Chart 3:   Count by Accident Cause</a:t>
            </a:r>
          </a:p>
          <a:p>
            <a:r>
              <a:rPr lang="en-US" sz="1600" dirty="0">
                <a:solidFill>
                  <a:srgbClr val="002060"/>
                </a:solidFill>
                <a:latin typeface="Inter"/>
              </a:rPr>
              <a:t>All 12 accident causes are near equally distributed (225-285 records each), with bird strike marginally the most frequent. This even spread is atypical of real-world aviation data, with pilot error and mechanical failure tend to dominate, potentially limiting the predictive power of accident cause as a feature.</a:t>
            </a:r>
            <a:endParaRPr lang="en-AE" sz="1600" dirty="0">
              <a:solidFill>
                <a:srgbClr val="002060"/>
              </a:solidFill>
              <a:latin typeface="Inter"/>
            </a:endParaRPr>
          </a:p>
        </p:txBody>
      </p:sp>
      <p:pic>
        <p:nvPicPr>
          <p:cNvPr id="7" name="Picture 6">
            <a:extLst>
              <a:ext uri="{FF2B5EF4-FFF2-40B4-BE49-F238E27FC236}">
                <a16:creationId xmlns:a16="http://schemas.microsoft.com/office/drawing/2014/main" id="{0F312989-9112-A0DC-AFE9-4B34C7303DF2}"/>
              </a:ext>
            </a:extLst>
          </p:cNvPr>
          <p:cNvPicPr>
            <a:picLocks noChangeAspect="1"/>
          </p:cNvPicPr>
          <p:nvPr/>
        </p:nvPicPr>
        <p:blipFill>
          <a:blip r:embed="rId3"/>
          <a:stretch>
            <a:fillRect/>
          </a:stretch>
        </p:blipFill>
        <p:spPr>
          <a:xfrm>
            <a:off x="967654" y="3969412"/>
            <a:ext cx="5359444" cy="2326081"/>
          </a:xfrm>
          <a:prstGeom prst="rect">
            <a:avLst/>
          </a:prstGeom>
          <a:ln>
            <a:solidFill>
              <a:srgbClr val="002060"/>
            </a:solidFill>
          </a:ln>
        </p:spPr>
      </p:pic>
      <p:sp>
        <p:nvSpPr>
          <p:cNvPr id="9" name="TextBox 8">
            <a:extLst>
              <a:ext uri="{FF2B5EF4-FFF2-40B4-BE49-F238E27FC236}">
                <a16:creationId xmlns:a16="http://schemas.microsoft.com/office/drawing/2014/main" id="{05301036-1BC2-27D2-2D57-069D419B03B2}"/>
              </a:ext>
            </a:extLst>
          </p:cNvPr>
          <p:cNvSpPr txBox="1"/>
          <p:nvPr/>
        </p:nvSpPr>
        <p:spPr>
          <a:xfrm>
            <a:off x="6456040" y="4293096"/>
            <a:ext cx="5311349" cy="1600438"/>
          </a:xfrm>
          <a:prstGeom prst="rect">
            <a:avLst/>
          </a:prstGeom>
          <a:noFill/>
        </p:spPr>
        <p:txBody>
          <a:bodyPr wrap="square" rtlCol="0">
            <a:spAutoFit/>
          </a:bodyPr>
          <a:lstStyle/>
          <a:p>
            <a:r>
              <a:rPr lang="en-US" sz="1800" b="1" dirty="0">
                <a:solidFill>
                  <a:srgbClr val="002060"/>
                </a:solidFill>
                <a:latin typeface="Inter"/>
              </a:rPr>
              <a:t>Chart 4:    Weather Conditions by Severity</a:t>
            </a:r>
          </a:p>
          <a:p>
            <a:r>
              <a:rPr lang="en-US" sz="1600" dirty="0">
                <a:solidFill>
                  <a:srgbClr val="002060"/>
                </a:solidFill>
                <a:latin typeface="Inter"/>
              </a:rPr>
              <a:t>Minor accidents consistently outnumbered severe across all weather conditions. Fog shows the highest proportion of severe outcomes relative to minor, suggesting some weather influence on severity—though the effect is modest across conditions.</a:t>
            </a:r>
            <a:endParaRPr lang="en-AE" sz="1600" dirty="0">
              <a:solidFill>
                <a:srgbClr val="002060"/>
              </a:solidFill>
              <a:latin typeface="Inter"/>
            </a:endParaRPr>
          </a:p>
        </p:txBody>
      </p:sp>
      <p:sp>
        <p:nvSpPr>
          <p:cNvPr id="12" name="Title 11">
            <a:extLst>
              <a:ext uri="{FF2B5EF4-FFF2-40B4-BE49-F238E27FC236}">
                <a16:creationId xmlns:a16="http://schemas.microsoft.com/office/drawing/2014/main" id="{94D49EC6-69D1-9C08-F71D-E946AB84759C}"/>
              </a:ext>
            </a:extLst>
          </p:cNvPr>
          <p:cNvSpPr>
            <a:spLocks noGrp="1"/>
          </p:cNvSpPr>
          <p:nvPr>
            <p:ph type="title"/>
          </p:nvPr>
        </p:nvSpPr>
        <p:spPr/>
        <p:txBody>
          <a:bodyPr/>
          <a:lstStyle/>
          <a:p>
            <a:r>
              <a:rPr lang="en-US" dirty="0"/>
              <a:t>Visualizations</a:t>
            </a:r>
            <a:endParaRPr lang="en-AE" dirty="0"/>
          </a:p>
        </p:txBody>
      </p:sp>
    </p:spTree>
    <p:extLst>
      <p:ext uri="{BB962C8B-B14F-4D97-AF65-F5344CB8AC3E}">
        <p14:creationId xmlns:p14="http://schemas.microsoft.com/office/powerpoint/2010/main" val="1697112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5DEA3C4-2D9A-C135-5460-5A2FA120BE06}"/>
              </a:ext>
            </a:extLst>
          </p:cNvPr>
          <p:cNvPicPr>
            <a:picLocks noChangeAspect="1"/>
          </p:cNvPicPr>
          <p:nvPr/>
        </p:nvPicPr>
        <p:blipFill>
          <a:blip r:embed="rId2"/>
          <a:stretch>
            <a:fillRect/>
          </a:stretch>
        </p:blipFill>
        <p:spPr>
          <a:xfrm>
            <a:off x="982663" y="1569566"/>
            <a:ext cx="4140157" cy="5112023"/>
          </a:xfrm>
          <a:prstGeom prst="rect">
            <a:avLst/>
          </a:prstGeom>
          <a:ln>
            <a:solidFill>
              <a:srgbClr val="002060"/>
            </a:solidFill>
          </a:ln>
        </p:spPr>
      </p:pic>
      <p:sp>
        <p:nvSpPr>
          <p:cNvPr id="16" name="TextBox 15">
            <a:extLst>
              <a:ext uri="{FF2B5EF4-FFF2-40B4-BE49-F238E27FC236}">
                <a16:creationId xmlns:a16="http://schemas.microsoft.com/office/drawing/2014/main" id="{C9C403F1-8700-BB77-5608-0345E4BF3E4E}"/>
              </a:ext>
            </a:extLst>
          </p:cNvPr>
          <p:cNvSpPr txBox="1"/>
          <p:nvPr/>
        </p:nvSpPr>
        <p:spPr>
          <a:xfrm>
            <a:off x="5303912" y="2204864"/>
            <a:ext cx="6192688" cy="1107996"/>
          </a:xfrm>
          <a:prstGeom prst="rect">
            <a:avLst/>
          </a:prstGeom>
          <a:noFill/>
        </p:spPr>
        <p:txBody>
          <a:bodyPr wrap="square" rtlCol="0">
            <a:spAutoFit/>
          </a:bodyPr>
          <a:lstStyle/>
          <a:p>
            <a:r>
              <a:rPr lang="en-US" sz="1800" b="1" dirty="0">
                <a:solidFill>
                  <a:srgbClr val="002060"/>
                </a:solidFill>
                <a:latin typeface="Inter"/>
              </a:rPr>
              <a:t>Chart 5:  Pilot Experience by Severity</a:t>
            </a:r>
          </a:p>
          <a:p>
            <a:r>
              <a:rPr lang="en-US" sz="1600" dirty="0">
                <a:solidFill>
                  <a:srgbClr val="002060"/>
                </a:solidFill>
                <a:latin typeface="Inter"/>
              </a:rPr>
              <a:t>Both minor and severe accidents show similar median experience levels (20 years). This challenges the assumption that less experienced pilots are involved in more severe accidents.</a:t>
            </a:r>
            <a:endParaRPr lang="en-AE" sz="1600" dirty="0">
              <a:solidFill>
                <a:srgbClr val="002060"/>
              </a:solidFill>
              <a:latin typeface="Inter"/>
            </a:endParaRPr>
          </a:p>
        </p:txBody>
      </p:sp>
      <p:sp>
        <p:nvSpPr>
          <p:cNvPr id="3" name="TextBox 2">
            <a:extLst>
              <a:ext uri="{FF2B5EF4-FFF2-40B4-BE49-F238E27FC236}">
                <a16:creationId xmlns:a16="http://schemas.microsoft.com/office/drawing/2014/main" id="{001BD12E-723D-7636-0226-7534A9C9B4C9}"/>
              </a:ext>
            </a:extLst>
          </p:cNvPr>
          <p:cNvSpPr txBox="1"/>
          <p:nvPr/>
        </p:nvSpPr>
        <p:spPr>
          <a:xfrm>
            <a:off x="5303912" y="4581128"/>
            <a:ext cx="6192688" cy="1785104"/>
          </a:xfrm>
          <a:prstGeom prst="rect">
            <a:avLst/>
          </a:prstGeom>
          <a:noFill/>
        </p:spPr>
        <p:txBody>
          <a:bodyPr wrap="square" rtlCol="0">
            <a:spAutoFit/>
          </a:bodyPr>
          <a:lstStyle/>
          <a:p>
            <a:r>
              <a:rPr lang="en-US" sz="1800" b="1" dirty="0">
                <a:solidFill>
                  <a:srgbClr val="002060"/>
                </a:solidFill>
                <a:latin typeface="Inter"/>
              </a:rPr>
              <a:t>Key Insight:</a:t>
            </a:r>
          </a:p>
          <a:p>
            <a:r>
              <a:rPr lang="en-US" sz="1100" b="1" dirty="0">
                <a:solidFill>
                  <a:srgbClr val="002060"/>
                </a:solidFill>
                <a:latin typeface="Inter"/>
              </a:rPr>
              <a:t>  </a:t>
            </a:r>
          </a:p>
          <a:p>
            <a:r>
              <a:rPr lang="en-US" sz="1600" dirty="0">
                <a:solidFill>
                  <a:srgbClr val="002060"/>
                </a:solidFill>
                <a:latin typeface="Inter"/>
              </a:rPr>
              <a:t>Severity is not strongly predicted by any single variable in isolation. Pilot experience, weather, and accident cause all show limited individual influence, suggesting that Severity outcomes are likely driven by a combination of factors rather than one dominant cause. This reinforces the need for a multi-variable machine learning approach.</a:t>
            </a:r>
            <a:endParaRPr lang="en-AE" sz="1600" dirty="0">
              <a:solidFill>
                <a:srgbClr val="002060"/>
              </a:solidFill>
              <a:latin typeface="Inter"/>
            </a:endParaRPr>
          </a:p>
        </p:txBody>
      </p:sp>
      <p:sp>
        <p:nvSpPr>
          <p:cNvPr id="5" name="Title 4">
            <a:extLst>
              <a:ext uri="{FF2B5EF4-FFF2-40B4-BE49-F238E27FC236}">
                <a16:creationId xmlns:a16="http://schemas.microsoft.com/office/drawing/2014/main" id="{731DD41C-4FE8-E067-0695-2ECB90F94247}"/>
              </a:ext>
            </a:extLst>
          </p:cNvPr>
          <p:cNvSpPr>
            <a:spLocks noGrp="1"/>
          </p:cNvSpPr>
          <p:nvPr>
            <p:ph type="title"/>
          </p:nvPr>
        </p:nvSpPr>
        <p:spPr/>
        <p:txBody>
          <a:bodyPr/>
          <a:lstStyle/>
          <a:p>
            <a:r>
              <a:rPr lang="en-US" dirty="0"/>
              <a:t>Visualizations</a:t>
            </a:r>
            <a:endParaRPr lang="en-AE" dirty="0"/>
          </a:p>
        </p:txBody>
      </p:sp>
    </p:spTree>
    <p:extLst>
      <p:ext uri="{BB962C8B-B14F-4D97-AF65-F5344CB8AC3E}">
        <p14:creationId xmlns:p14="http://schemas.microsoft.com/office/powerpoint/2010/main" val="3191922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F01FF-B7CD-FAAE-AA61-B1D0D526B9A9}"/>
              </a:ext>
            </a:extLst>
          </p:cNvPr>
          <p:cNvSpPr>
            <a:spLocks noGrp="1"/>
          </p:cNvSpPr>
          <p:nvPr>
            <p:ph type="title"/>
          </p:nvPr>
        </p:nvSpPr>
        <p:spPr/>
        <p:txBody>
          <a:bodyPr/>
          <a:lstStyle/>
          <a:p>
            <a:r>
              <a:rPr lang="en-US" dirty="0"/>
              <a:t>Model 1 – Severity Prediction</a:t>
            </a:r>
            <a:endParaRPr lang="en-AE" dirty="0"/>
          </a:p>
        </p:txBody>
      </p:sp>
      <p:pic>
        <p:nvPicPr>
          <p:cNvPr id="5" name="Picture 4">
            <a:extLst>
              <a:ext uri="{FF2B5EF4-FFF2-40B4-BE49-F238E27FC236}">
                <a16:creationId xmlns:a16="http://schemas.microsoft.com/office/drawing/2014/main" id="{1618D6FE-1E35-F1F5-A6BB-FE2F4FF6664F}"/>
              </a:ext>
            </a:extLst>
          </p:cNvPr>
          <p:cNvPicPr>
            <a:picLocks noChangeAspect="1"/>
          </p:cNvPicPr>
          <p:nvPr/>
        </p:nvPicPr>
        <p:blipFill>
          <a:blip r:embed="rId2"/>
          <a:stretch>
            <a:fillRect/>
          </a:stretch>
        </p:blipFill>
        <p:spPr>
          <a:xfrm>
            <a:off x="675755" y="1572220"/>
            <a:ext cx="6924174" cy="3152923"/>
          </a:xfrm>
          <a:prstGeom prst="rect">
            <a:avLst/>
          </a:prstGeom>
          <a:ln>
            <a:solidFill>
              <a:srgbClr val="002060"/>
            </a:solidFill>
          </a:ln>
        </p:spPr>
      </p:pic>
      <p:pic>
        <p:nvPicPr>
          <p:cNvPr id="7" name="Picture 6">
            <a:extLst>
              <a:ext uri="{FF2B5EF4-FFF2-40B4-BE49-F238E27FC236}">
                <a16:creationId xmlns:a16="http://schemas.microsoft.com/office/drawing/2014/main" id="{410565D1-9995-6DA4-E578-7C7AB0578D6C}"/>
              </a:ext>
            </a:extLst>
          </p:cNvPr>
          <p:cNvPicPr>
            <a:picLocks noChangeAspect="1"/>
          </p:cNvPicPr>
          <p:nvPr/>
        </p:nvPicPr>
        <p:blipFill>
          <a:blip r:embed="rId3"/>
          <a:stretch>
            <a:fillRect/>
          </a:stretch>
        </p:blipFill>
        <p:spPr>
          <a:xfrm>
            <a:off x="7893656" y="629779"/>
            <a:ext cx="3960440" cy="4095365"/>
          </a:xfrm>
          <a:prstGeom prst="rect">
            <a:avLst/>
          </a:prstGeom>
          <a:ln>
            <a:solidFill>
              <a:srgbClr val="002060"/>
            </a:solidFill>
          </a:ln>
        </p:spPr>
      </p:pic>
      <p:sp>
        <p:nvSpPr>
          <p:cNvPr id="8" name="TextBox 7">
            <a:extLst>
              <a:ext uri="{FF2B5EF4-FFF2-40B4-BE49-F238E27FC236}">
                <a16:creationId xmlns:a16="http://schemas.microsoft.com/office/drawing/2014/main" id="{79BA4A9D-B0F5-9FAB-C8C2-99687559BD04}"/>
              </a:ext>
            </a:extLst>
          </p:cNvPr>
          <p:cNvSpPr txBox="1"/>
          <p:nvPr/>
        </p:nvSpPr>
        <p:spPr>
          <a:xfrm>
            <a:off x="551384" y="5069937"/>
            <a:ext cx="11302712" cy="1005507"/>
          </a:xfrm>
          <a:prstGeom prst="rect">
            <a:avLst/>
          </a:prstGeom>
          <a:noFill/>
        </p:spPr>
        <p:txBody>
          <a:bodyPr wrap="square" rtlCol="0">
            <a:spAutoFit/>
          </a:bodyPr>
          <a:lstStyle/>
          <a:p>
            <a:r>
              <a:rPr lang="en-US" sz="1600" b="1" dirty="0">
                <a:solidFill>
                  <a:srgbClr val="002060"/>
                </a:solidFill>
                <a:latin typeface="Inter"/>
              </a:rPr>
              <a:t>Logistic regression </a:t>
            </a:r>
            <a:r>
              <a:rPr lang="en-US" sz="1600" dirty="0">
                <a:solidFill>
                  <a:srgbClr val="002060"/>
                </a:solidFill>
                <a:latin typeface="Inter"/>
              </a:rPr>
              <a:t>was selected as the </a:t>
            </a:r>
            <a:r>
              <a:rPr lang="en-US" sz="1600" b="1" dirty="0">
                <a:solidFill>
                  <a:srgbClr val="002060"/>
                </a:solidFill>
                <a:latin typeface="Inter"/>
              </a:rPr>
              <a:t>best performing model </a:t>
            </a:r>
            <a:r>
              <a:rPr lang="en-US" sz="1600" dirty="0">
                <a:solidFill>
                  <a:srgbClr val="002060"/>
                </a:solidFill>
                <a:latin typeface="Inter"/>
              </a:rPr>
              <a:t>with a </a:t>
            </a:r>
            <a:r>
              <a:rPr lang="en-US" sz="1600" b="1" dirty="0">
                <a:solidFill>
                  <a:srgbClr val="002060"/>
                </a:solidFill>
                <a:latin typeface="Inter"/>
              </a:rPr>
              <a:t>ROC AUC 0.570</a:t>
            </a:r>
            <a:r>
              <a:rPr lang="en-US" sz="1600" dirty="0">
                <a:solidFill>
                  <a:srgbClr val="002060"/>
                </a:solidFill>
                <a:latin typeface="Inter"/>
              </a:rPr>
              <a:t>. The confusion matrix shows the model correctly identified 172 severe cases but misclassified 402 minor cases as severe; reflecting the model’s tendency to over predict the majority class due to class imbalance.</a:t>
            </a:r>
            <a:endParaRPr lang="en-AE" sz="1600" dirty="0">
              <a:solidFill>
                <a:srgbClr val="002060"/>
              </a:solidFill>
              <a:latin typeface="Inter"/>
            </a:endParaRPr>
          </a:p>
        </p:txBody>
      </p:sp>
    </p:spTree>
    <p:extLst>
      <p:ext uri="{BB962C8B-B14F-4D97-AF65-F5344CB8AC3E}">
        <p14:creationId xmlns:p14="http://schemas.microsoft.com/office/powerpoint/2010/main" val="372194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685118-A44D-8B1D-79B2-55D6A2B2E01E}"/>
              </a:ext>
            </a:extLst>
          </p:cNvPr>
          <p:cNvPicPr>
            <a:picLocks noChangeAspect="1"/>
          </p:cNvPicPr>
          <p:nvPr/>
        </p:nvPicPr>
        <p:blipFill>
          <a:blip r:embed="rId2"/>
          <a:srcRect r="2198" b="3256"/>
          <a:stretch>
            <a:fillRect/>
          </a:stretch>
        </p:blipFill>
        <p:spPr>
          <a:xfrm>
            <a:off x="4312708" y="1196753"/>
            <a:ext cx="3648426" cy="2738373"/>
          </a:xfrm>
          <a:prstGeom prst="rect">
            <a:avLst/>
          </a:prstGeom>
          <a:ln>
            <a:solidFill>
              <a:srgbClr val="002060"/>
            </a:solidFill>
          </a:ln>
        </p:spPr>
      </p:pic>
      <p:pic>
        <p:nvPicPr>
          <p:cNvPr id="9" name="Picture 8">
            <a:extLst>
              <a:ext uri="{FF2B5EF4-FFF2-40B4-BE49-F238E27FC236}">
                <a16:creationId xmlns:a16="http://schemas.microsoft.com/office/drawing/2014/main" id="{DD4ECDE5-EE39-5826-FC15-F8D108D03A25}"/>
              </a:ext>
            </a:extLst>
          </p:cNvPr>
          <p:cNvPicPr>
            <a:picLocks noChangeAspect="1"/>
          </p:cNvPicPr>
          <p:nvPr/>
        </p:nvPicPr>
        <p:blipFill>
          <a:blip r:embed="rId3"/>
          <a:srcRect l="1127" b="3319"/>
          <a:stretch>
            <a:fillRect/>
          </a:stretch>
        </p:blipFill>
        <p:spPr>
          <a:xfrm>
            <a:off x="8024548" y="1196753"/>
            <a:ext cx="3648426" cy="2736304"/>
          </a:xfrm>
          <a:prstGeom prst="rect">
            <a:avLst/>
          </a:prstGeom>
          <a:ln>
            <a:solidFill>
              <a:srgbClr val="002060"/>
            </a:solidFill>
          </a:ln>
        </p:spPr>
      </p:pic>
      <p:sp>
        <p:nvSpPr>
          <p:cNvPr id="10" name="Google Shape;773;p59">
            <a:extLst>
              <a:ext uri="{FF2B5EF4-FFF2-40B4-BE49-F238E27FC236}">
                <a16:creationId xmlns:a16="http://schemas.microsoft.com/office/drawing/2014/main" id="{408DEC31-4293-4949-CD36-D2E2A816F0B4}"/>
              </a:ext>
            </a:extLst>
          </p:cNvPr>
          <p:cNvSpPr txBox="1"/>
          <p:nvPr/>
        </p:nvSpPr>
        <p:spPr>
          <a:xfrm>
            <a:off x="1144408" y="682951"/>
            <a:ext cx="2460967" cy="388800"/>
          </a:xfrm>
          <a:prstGeom prst="rect">
            <a:avLst/>
          </a:prstGeom>
          <a:noFill/>
          <a:ln>
            <a:noFill/>
          </a:ln>
        </p:spPr>
        <p:txBody>
          <a:bodyPr spcFirstLastPara="1" wrap="square" lIns="91425" tIns="137150" rIns="91425" bIns="91425" anchor="ctr" anchorCtr="0">
            <a:noAutofit/>
          </a:bodyPr>
          <a:lstStyle/>
          <a:p>
            <a:pPr marL="0" marR="0" lvl="0" indent="0" algn="ctr" rtl="0">
              <a:lnSpc>
                <a:spcPct val="100000"/>
              </a:lnSpc>
              <a:spcBef>
                <a:spcPts val="0"/>
              </a:spcBef>
              <a:spcAft>
                <a:spcPts val="0"/>
              </a:spcAft>
              <a:buNone/>
            </a:pPr>
            <a:r>
              <a:rPr lang="en" sz="2400" dirty="0">
                <a:solidFill>
                  <a:schemeClr val="lt1"/>
                </a:solidFill>
                <a:highlight>
                  <a:schemeClr val="dk2"/>
                </a:highlight>
                <a:latin typeface="Manrope"/>
                <a:ea typeface="Manrope"/>
                <a:cs typeface="Manrope"/>
                <a:sym typeface="Manrope"/>
              </a:rPr>
              <a:t>Random Forest</a:t>
            </a:r>
            <a:endParaRPr sz="2400" dirty="0">
              <a:solidFill>
                <a:schemeClr val="lt1"/>
              </a:solidFill>
              <a:highlight>
                <a:schemeClr val="dk2"/>
              </a:highlight>
              <a:latin typeface="Manrope"/>
              <a:ea typeface="Manrope"/>
              <a:cs typeface="Manrope"/>
              <a:sym typeface="Manrope"/>
            </a:endParaRPr>
          </a:p>
        </p:txBody>
      </p:sp>
      <p:sp>
        <p:nvSpPr>
          <p:cNvPr id="11" name="Google Shape;773;p59">
            <a:extLst>
              <a:ext uri="{FF2B5EF4-FFF2-40B4-BE49-F238E27FC236}">
                <a16:creationId xmlns:a16="http://schemas.microsoft.com/office/drawing/2014/main" id="{DE39894F-7542-BE25-C746-06CE65C3D245}"/>
              </a:ext>
            </a:extLst>
          </p:cNvPr>
          <p:cNvSpPr txBox="1"/>
          <p:nvPr/>
        </p:nvSpPr>
        <p:spPr>
          <a:xfrm>
            <a:off x="4871864" y="682951"/>
            <a:ext cx="2952328" cy="388800"/>
          </a:xfrm>
          <a:prstGeom prst="rect">
            <a:avLst/>
          </a:prstGeom>
          <a:noFill/>
          <a:ln>
            <a:noFill/>
          </a:ln>
        </p:spPr>
        <p:txBody>
          <a:bodyPr spcFirstLastPara="1" wrap="square" lIns="91425" tIns="137150" rIns="91425" bIns="91425" anchor="ctr" anchorCtr="0">
            <a:noAutofit/>
          </a:bodyPr>
          <a:lstStyle/>
          <a:p>
            <a:pPr marL="0" marR="0" lvl="0" indent="0" algn="ctr" rtl="0">
              <a:lnSpc>
                <a:spcPct val="100000"/>
              </a:lnSpc>
              <a:spcBef>
                <a:spcPts val="0"/>
              </a:spcBef>
              <a:spcAft>
                <a:spcPts val="0"/>
              </a:spcAft>
              <a:buNone/>
            </a:pPr>
            <a:r>
              <a:rPr lang="en" sz="2400" dirty="0">
                <a:solidFill>
                  <a:schemeClr val="lt1"/>
                </a:solidFill>
                <a:highlight>
                  <a:schemeClr val="dk2"/>
                </a:highlight>
                <a:latin typeface="Manrope"/>
                <a:ea typeface="Manrope"/>
                <a:cs typeface="Manrope"/>
                <a:sym typeface="Manrope"/>
              </a:rPr>
              <a:t>Logistic Regression</a:t>
            </a:r>
            <a:endParaRPr sz="2400" dirty="0">
              <a:solidFill>
                <a:schemeClr val="lt1"/>
              </a:solidFill>
              <a:highlight>
                <a:schemeClr val="dk2"/>
              </a:highlight>
              <a:latin typeface="Manrope"/>
              <a:ea typeface="Manrope"/>
              <a:cs typeface="Manrope"/>
              <a:sym typeface="Manrope"/>
            </a:endParaRPr>
          </a:p>
        </p:txBody>
      </p:sp>
      <p:sp>
        <p:nvSpPr>
          <p:cNvPr id="12" name="Google Shape;773;p59">
            <a:extLst>
              <a:ext uri="{FF2B5EF4-FFF2-40B4-BE49-F238E27FC236}">
                <a16:creationId xmlns:a16="http://schemas.microsoft.com/office/drawing/2014/main" id="{94013D90-03BE-0A02-770C-0B1FDE5B1BE0}"/>
              </a:ext>
            </a:extLst>
          </p:cNvPr>
          <p:cNvSpPr txBox="1"/>
          <p:nvPr/>
        </p:nvSpPr>
        <p:spPr>
          <a:xfrm>
            <a:off x="8530137" y="682951"/>
            <a:ext cx="2588750" cy="388800"/>
          </a:xfrm>
          <a:prstGeom prst="rect">
            <a:avLst/>
          </a:prstGeom>
          <a:noFill/>
          <a:ln>
            <a:noFill/>
          </a:ln>
        </p:spPr>
        <p:txBody>
          <a:bodyPr spcFirstLastPara="1" wrap="square" lIns="91425" tIns="137150" rIns="91425" bIns="91425" anchor="ctr" anchorCtr="0">
            <a:noAutofit/>
          </a:bodyPr>
          <a:lstStyle/>
          <a:p>
            <a:pPr marL="0" marR="0" lvl="0" indent="0" algn="ctr" rtl="0">
              <a:lnSpc>
                <a:spcPct val="100000"/>
              </a:lnSpc>
              <a:spcBef>
                <a:spcPts val="0"/>
              </a:spcBef>
              <a:spcAft>
                <a:spcPts val="0"/>
              </a:spcAft>
              <a:buNone/>
            </a:pPr>
            <a:r>
              <a:rPr lang="en" sz="2400" dirty="0">
                <a:solidFill>
                  <a:schemeClr val="lt1"/>
                </a:solidFill>
                <a:highlight>
                  <a:schemeClr val="dk2"/>
                </a:highlight>
                <a:latin typeface="Manrope"/>
                <a:ea typeface="Manrope"/>
                <a:cs typeface="Manrope"/>
                <a:sym typeface="Manrope"/>
              </a:rPr>
              <a:t>Decision Tree</a:t>
            </a:r>
            <a:endParaRPr sz="2400" dirty="0">
              <a:solidFill>
                <a:schemeClr val="lt1"/>
              </a:solidFill>
              <a:highlight>
                <a:schemeClr val="dk2"/>
              </a:highlight>
              <a:latin typeface="Manrope"/>
              <a:ea typeface="Manrope"/>
              <a:cs typeface="Manrope"/>
              <a:sym typeface="Manrope"/>
            </a:endParaRPr>
          </a:p>
        </p:txBody>
      </p:sp>
      <p:sp>
        <p:nvSpPr>
          <p:cNvPr id="15" name="Star: 5 Points 14">
            <a:extLst>
              <a:ext uri="{FF2B5EF4-FFF2-40B4-BE49-F238E27FC236}">
                <a16:creationId xmlns:a16="http://schemas.microsoft.com/office/drawing/2014/main" id="{8EEA3063-3F45-4551-060D-74493DD9BE5D}"/>
              </a:ext>
            </a:extLst>
          </p:cNvPr>
          <p:cNvSpPr/>
          <p:nvPr/>
        </p:nvSpPr>
        <p:spPr>
          <a:xfrm>
            <a:off x="4550252" y="672200"/>
            <a:ext cx="388800" cy="388800"/>
          </a:xfrm>
          <a:prstGeom prst="star5">
            <a:avLst/>
          </a:prstGeom>
          <a:solidFill>
            <a:srgbClr val="FF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8" name="TextBox 17">
            <a:extLst>
              <a:ext uri="{FF2B5EF4-FFF2-40B4-BE49-F238E27FC236}">
                <a16:creationId xmlns:a16="http://schemas.microsoft.com/office/drawing/2014/main" id="{6C5D5B96-8E70-8383-AB70-D0FC1330FCEA}"/>
              </a:ext>
            </a:extLst>
          </p:cNvPr>
          <p:cNvSpPr txBox="1"/>
          <p:nvPr/>
        </p:nvSpPr>
        <p:spPr>
          <a:xfrm>
            <a:off x="551384" y="5406315"/>
            <a:ext cx="11121590" cy="1323439"/>
          </a:xfrm>
          <a:prstGeom prst="rect">
            <a:avLst/>
          </a:prstGeom>
          <a:noFill/>
        </p:spPr>
        <p:txBody>
          <a:bodyPr wrap="square" rtlCol="0">
            <a:spAutoFit/>
          </a:bodyPr>
          <a:lstStyle/>
          <a:p>
            <a:r>
              <a:rPr lang="en-US" sz="1600" b="1" dirty="0">
                <a:solidFill>
                  <a:srgbClr val="002060"/>
                </a:solidFill>
                <a:latin typeface="Inter"/>
              </a:rPr>
              <a:t>Why these algorithms? </a:t>
            </a:r>
            <a:r>
              <a:rPr lang="en-US" sz="1600" dirty="0">
                <a:solidFill>
                  <a:srgbClr val="002060"/>
                </a:solidFill>
                <a:latin typeface="Inter"/>
              </a:rPr>
              <a:t> Decision tree was selected for its interpretability, Logistic Regression as a proven baseline for binary classification, and Random Forest to test whether an ensemble approach could improve performance. That said, severity prediction is inherently complex— the </a:t>
            </a:r>
            <a:r>
              <a:rPr lang="en-US" sz="1600" b="1" dirty="0">
                <a:solidFill>
                  <a:srgbClr val="002060"/>
                </a:solidFill>
                <a:latin typeface="Inter"/>
              </a:rPr>
              <a:t>overlap in pilot experience </a:t>
            </a:r>
            <a:r>
              <a:rPr lang="en-US" sz="1600" dirty="0">
                <a:solidFill>
                  <a:srgbClr val="002060"/>
                </a:solidFill>
                <a:latin typeface="Inter"/>
              </a:rPr>
              <a:t>across severity classes and the </a:t>
            </a:r>
            <a:r>
              <a:rPr lang="en-US" sz="1600" b="1" dirty="0">
                <a:solidFill>
                  <a:srgbClr val="002060"/>
                </a:solidFill>
                <a:latin typeface="Inter"/>
              </a:rPr>
              <a:t>even distribution of accident causes </a:t>
            </a:r>
            <a:r>
              <a:rPr lang="en-US" sz="1600" dirty="0">
                <a:solidFill>
                  <a:srgbClr val="002060"/>
                </a:solidFill>
                <a:latin typeface="Inter"/>
              </a:rPr>
              <a:t>suggest no single feature carries enough signal to cleanly separate outcomes. The models are reflecting genuine data complexity rather than simply underperforming.</a:t>
            </a:r>
            <a:endParaRPr lang="en-AE" sz="1600" dirty="0">
              <a:solidFill>
                <a:srgbClr val="002060"/>
              </a:solidFill>
              <a:latin typeface="Inter"/>
            </a:endParaRPr>
          </a:p>
        </p:txBody>
      </p:sp>
      <p:pic>
        <p:nvPicPr>
          <p:cNvPr id="3" name="Picture 2">
            <a:extLst>
              <a:ext uri="{FF2B5EF4-FFF2-40B4-BE49-F238E27FC236}">
                <a16:creationId xmlns:a16="http://schemas.microsoft.com/office/drawing/2014/main" id="{6E72AF7F-CCF8-6CDB-931D-741250A996B5}"/>
              </a:ext>
            </a:extLst>
          </p:cNvPr>
          <p:cNvPicPr>
            <a:picLocks noChangeAspect="1"/>
          </p:cNvPicPr>
          <p:nvPr/>
        </p:nvPicPr>
        <p:blipFill>
          <a:blip r:embed="rId4"/>
          <a:srcRect l="28713"/>
          <a:stretch>
            <a:fillRect/>
          </a:stretch>
        </p:blipFill>
        <p:spPr>
          <a:xfrm>
            <a:off x="518919" y="1196753"/>
            <a:ext cx="3711949" cy="2736304"/>
          </a:xfrm>
          <a:prstGeom prst="rect">
            <a:avLst/>
          </a:prstGeom>
          <a:ln>
            <a:solidFill>
              <a:srgbClr val="002060"/>
            </a:solidFill>
          </a:ln>
        </p:spPr>
      </p:pic>
      <p:sp>
        <p:nvSpPr>
          <p:cNvPr id="20" name="TextBox 19">
            <a:extLst>
              <a:ext uri="{FF2B5EF4-FFF2-40B4-BE49-F238E27FC236}">
                <a16:creationId xmlns:a16="http://schemas.microsoft.com/office/drawing/2014/main" id="{F72B7696-A7BD-5887-D5A1-84D985A2AC67}"/>
              </a:ext>
            </a:extLst>
          </p:cNvPr>
          <p:cNvSpPr txBox="1"/>
          <p:nvPr/>
        </p:nvSpPr>
        <p:spPr>
          <a:xfrm>
            <a:off x="666472" y="4075337"/>
            <a:ext cx="3416841" cy="1107996"/>
          </a:xfrm>
          <a:prstGeom prst="rect">
            <a:avLst/>
          </a:prstGeom>
          <a:noFill/>
        </p:spPr>
        <p:txBody>
          <a:bodyPr wrap="square" rtlCol="0">
            <a:spAutoFit/>
          </a:bodyPr>
          <a:lstStyle/>
          <a:p>
            <a:pPr algn="ctr"/>
            <a:r>
              <a:rPr lang="en-US" sz="1800" b="1" dirty="0">
                <a:solidFill>
                  <a:srgbClr val="002060"/>
                </a:solidFill>
                <a:latin typeface="Inter"/>
              </a:rPr>
              <a:t>ROC AUC: 0.533 </a:t>
            </a:r>
            <a:br>
              <a:rPr lang="en-US" sz="1600" b="1" dirty="0">
                <a:solidFill>
                  <a:srgbClr val="002060"/>
                </a:solidFill>
                <a:latin typeface="Inter"/>
              </a:rPr>
            </a:br>
            <a:r>
              <a:rPr lang="en-US" sz="1600" dirty="0">
                <a:solidFill>
                  <a:srgbClr val="002060"/>
                </a:solidFill>
                <a:latin typeface="Inter"/>
              </a:rPr>
              <a:t>Perfect recall (1.0) but lowest accuracy, defaulting to predicting Severe for nearly every record</a:t>
            </a:r>
            <a:endParaRPr lang="en-AE" sz="1600" dirty="0">
              <a:solidFill>
                <a:srgbClr val="002060"/>
              </a:solidFill>
              <a:latin typeface="Inter"/>
            </a:endParaRPr>
          </a:p>
        </p:txBody>
      </p:sp>
      <p:sp>
        <p:nvSpPr>
          <p:cNvPr id="21" name="TextBox 20">
            <a:extLst>
              <a:ext uri="{FF2B5EF4-FFF2-40B4-BE49-F238E27FC236}">
                <a16:creationId xmlns:a16="http://schemas.microsoft.com/office/drawing/2014/main" id="{3C8C4998-46C9-EFFF-DF68-6ABB5E163424}"/>
              </a:ext>
            </a:extLst>
          </p:cNvPr>
          <p:cNvSpPr txBox="1"/>
          <p:nvPr/>
        </p:nvSpPr>
        <p:spPr>
          <a:xfrm>
            <a:off x="4871864" y="4050383"/>
            <a:ext cx="2624753" cy="861774"/>
          </a:xfrm>
          <a:prstGeom prst="rect">
            <a:avLst/>
          </a:prstGeom>
          <a:noFill/>
        </p:spPr>
        <p:txBody>
          <a:bodyPr wrap="square" rtlCol="0">
            <a:spAutoFit/>
          </a:bodyPr>
          <a:lstStyle/>
          <a:p>
            <a:pPr algn="ctr"/>
            <a:r>
              <a:rPr lang="en-US" sz="1800" b="1" u="sng" dirty="0">
                <a:solidFill>
                  <a:srgbClr val="002060"/>
                </a:solidFill>
                <a:latin typeface="Inter"/>
              </a:rPr>
              <a:t>ROC AUC: 0.570  </a:t>
            </a:r>
            <a:br>
              <a:rPr lang="en-US" sz="1600" dirty="0">
                <a:solidFill>
                  <a:srgbClr val="002060"/>
                </a:solidFill>
                <a:latin typeface="Inter"/>
              </a:rPr>
            </a:br>
            <a:r>
              <a:rPr lang="en-US" sz="1600" dirty="0">
                <a:solidFill>
                  <a:srgbClr val="002060"/>
                </a:solidFill>
                <a:latin typeface="Inter"/>
              </a:rPr>
              <a:t>Best overall performer, selected as deployed model</a:t>
            </a:r>
            <a:endParaRPr lang="en-AE" sz="1600" dirty="0">
              <a:solidFill>
                <a:srgbClr val="002060"/>
              </a:solidFill>
              <a:latin typeface="Inter"/>
            </a:endParaRPr>
          </a:p>
        </p:txBody>
      </p:sp>
      <p:sp>
        <p:nvSpPr>
          <p:cNvPr id="22" name="TextBox 21">
            <a:extLst>
              <a:ext uri="{FF2B5EF4-FFF2-40B4-BE49-F238E27FC236}">
                <a16:creationId xmlns:a16="http://schemas.microsoft.com/office/drawing/2014/main" id="{72D31D6F-2271-423D-3E88-16D3AE1DF0D7}"/>
              </a:ext>
            </a:extLst>
          </p:cNvPr>
          <p:cNvSpPr txBox="1"/>
          <p:nvPr/>
        </p:nvSpPr>
        <p:spPr>
          <a:xfrm>
            <a:off x="8530137" y="4048314"/>
            <a:ext cx="2894455" cy="1107996"/>
          </a:xfrm>
          <a:prstGeom prst="rect">
            <a:avLst/>
          </a:prstGeom>
          <a:noFill/>
        </p:spPr>
        <p:txBody>
          <a:bodyPr wrap="square" rtlCol="0">
            <a:spAutoFit/>
          </a:bodyPr>
          <a:lstStyle/>
          <a:p>
            <a:pPr algn="ctr"/>
            <a:r>
              <a:rPr lang="en-US" sz="1800" b="1" dirty="0">
                <a:solidFill>
                  <a:srgbClr val="002060"/>
                </a:solidFill>
                <a:latin typeface="Inter"/>
              </a:rPr>
              <a:t>ROC AUC: 0.501 </a:t>
            </a:r>
            <a:br>
              <a:rPr lang="en-US" sz="1600" dirty="0">
                <a:solidFill>
                  <a:srgbClr val="002060"/>
                </a:solidFill>
                <a:latin typeface="Inter"/>
              </a:rPr>
            </a:br>
            <a:r>
              <a:rPr lang="en-US" sz="1600" dirty="0">
                <a:solidFill>
                  <a:srgbClr val="002060"/>
                </a:solidFill>
                <a:latin typeface="Inter"/>
              </a:rPr>
              <a:t>Marginally above random chance, highest Matthews Correlation Coefficient (0.0699)</a:t>
            </a:r>
            <a:endParaRPr lang="en-AE" dirty="0">
              <a:solidFill>
                <a:srgbClr val="002060"/>
              </a:solidFill>
              <a:latin typeface="Inter"/>
            </a:endParaRPr>
          </a:p>
        </p:txBody>
      </p:sp>
    </p:spTree>
    <p:extLst>
      <p:ext uri="{BB962C8B-B14F-4D97-AF65-F5344CB8AC3E}">
        <p14:creationId xmlns:p14="http://schemas.microsoft.com/office/powerpoint/2010/main" val="2495180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C1FAE-84BC-B3D0-EB5D-284E215657C4}"/>
              </a:ext>
            </a:extLst>
          </p:cNvPr>
          <p:cNvSpPr>
            <a:spLocks noGrp="1"/>
          </p:cNvSpPr>
          <p:nvPr>
            <p:ph type="title"/>
          </p:nvPr>
        </p:nvSpPr>
        <p:spPr/>
        <p:txBody>
          <a:bodyPr/>
          <a:lstStyle/>
          <a:p>
            <a:r>
              <a:rPr lang="en-US" dirty="0"/>
              <a:t>Model 2 – Majority Survivor Location</a:t>
            </a:r>
            <a:endParaRPr lang="en-AE" dirty="0"/>
          </a:p>
        </p:txBody>
      </p:sp>
      <p:pic>
        <p:nvPicPr>
          <p:cNvPr id="4" name="Picture 3">
            <a:extLst>
              <a:ext uri="{FF2B5EF4-FFF2-40B4-BE49-F238E27FC236}">
                <a16:creationId xmlns:a16="http://schemas.microsoft.com/office/drawing/2014/main" id="{46BD2F04-8D18-4059-5F26-C000B50B50E1}"/>
              </a:ext>
            </a:extLst>
          </p:cNvPr>
          <p:cNvPicPr>
            <a:picLocks noChangeAspect="1"/>
          </p:cNvPicPr>
          <p:nvPr/>
        </p:nvPicPr>
        <p:blipFill>
          <a:blip r:embed="rId2"/>
          <a:srcRect r="2963" b="943"/>
          <a:stretch>
            <a:fillRect/>
          </a:stretch>
        </p:blipFill>
        <p:spPr>
          <a:xfrm>
            <a:off x="695400" y="1545764"/>
            <a:ext cx="6913488" cy="3178635"/>
          </a:xfrm>
          <a:prstGeom prst="rect">
            <a:avLst/>
          </a:prstGeom>
          <a:ln>
            <a:solidFill>
              <a:srgbClr val="002060"/>
            </a:solidFill>
          </a:ln>
        </p:spPr>
      </p:pic>
      <p:pic>
        <p:nvPicPr>
          <p:cNvPr id="6" name="Picture 5">
            <a:extLst>
              <a:ext uri="{FF2B5EF4-FFF2-40B4-BE49-F238E27FC236}">
                <a16:creationId xmlns:a16="http://schemas.microsoft.com/office/drawing/2014/main" id="{5A8BF018-412F-F8C6-46B7-31A87D934D9A}"/>
              </a:ext>
            </a:extLst>
          </p:cNvPr>
          <p:cNvPicPr>
            <a:picLocks noChangeAspect="1"/>
          </p:cNvPicPr>
          <p:nvPr/>
        </p:nvPicPr>
        <p:blipFill>
          <a:blip r:embed="rId3"/>
          <a:stretch>
            <a:fillRect/>
          </a:stretch>
        </p:blipFill>
        <p:spPr>
          <a:xfrm>
            <a:off x="7896225" y="620713"/>
            <a:ext cx="3947468" cy="4108509"/>
          </a:xfrm>
          <a:prstGeom prst="rect">
            <a:avLst/>
          </a:prstGeom>
          <a:ln>
            <a:solidFill>
              <a:srgbClr val="002060"/>
            </a:solidFill>
          </a:ln>
        </p:spPr>
      </p:pic>
      <p:sp>
        <p:nvSpPr>
          <p:cNvPr id="9" name="TextBox 8">
            <a:extLst>
              <a:ext uri="{FF2B5EF4-FFF2-40B4-BE49-F238E27FC236}">
                <a16:creationId xmlns:a16="http://schemas.microsoft.com/office/drawing/2014/main" id="{283942DA-E324-680E-56ED-A7EFAEA945B7}"/>
              </a:ext>
            </a:extLst>
          </p:cNvPr>
          <p:cNvSpPr txBox="1"/>
          <p:nvPr/>
        </p:nvSpPr>
        <p:spPr>
          <a:xfrm>
            <a:off x="551383" y="5024414"/>
            <a:ext cx="11292310" cy="1899289"/>
          </a:xfrm>
          <a:prstGeom prst="rect">
            <a:avLst/>
          </a:prstGeom>
          <a:noFill/>
        </p:spPr>
        <p:txBody>
          <a:bodyPr wrap="square">
            <a:spAutoFit/>
          </a:bodyPr>
          <a:lstStyle/>
          <a:p>
            <a:r>
              <a:rPr lang="en-US" sz="1600" b="1" dirty="0">
                <a:solidFill>
                  <a:srgbClr val="002060"/>
                </a:solidFill>
                <a:latin typeface="Inter"/>
              </a:rPr>
              <a:t>Decision Tree </a:t>
            </a:r>
            <a:r>
              <a:rPr lang="en-US" sz="1600" dirty="0">
                <a:solidFill>
                  <a:srgbClr val="002060"/>
                </a:solidFill>
                <a:latin typeface="Inter"/>
              </a:rPr>
              <a:t>was selected as the </a:t>
            </a:r>
            <a:r>
              <a:rPr lang="en-US" sz="1600" b="1" dirty="0">
                <a:solidFill>
                  <a:srgbClr val="002060"/>
                </a:solidFill>
                <a:latin typeface="Inter"/>
              </a:rPr>
              <a:t>best performing model</a:t>
            </a:r>
            <a:r>
              <a:rPr lang="en-US" sz="1600" dirty="0">
                <a:solidFill>
                  <a:srgbClr val="002060"/>
                </a:solidFill>
                <a:latin typeface="Inter"/>
              </a:rPr>
              <a:t> with a </a:t>
            </a:r>
            <a:r>
              <a:rPr lang="en-US" sz="1600" b="1" dirty="0">
                <a:solidFill>
                  <a:srgbClr val="002060"/>
                </a:solidFill>
                <a:latin typeface="Inter"/>
              </a:rPr>
              <a:t>ROC AUC of 0.518</a:t>
            </a:r>
            <a:r>
              <a:rPr lang="en-US" sz="1600" dirty="0">
                <a:solidFill>
                  <a:srgbClr val="002060"/>
                </a:solidFill>
                <a:latin typeface="Inter"/>
              </a:rPr>
              <a:t>. The confusion matrix shows the model correctly identified 303 Front cases but misclassified 292 Back cases as Front — the same pattern of over-predicting the majority class seen in Model 1.</a:t>
            </a:r>
          </a:p>
          <a:p>
            <a:r>
              <a:rPr lang="en-US" sz="1600" dirty="0">
                <a:solidFill>
                  <a:srgbClr val="002060"/>
                </a:solidFill>
                <a:latin typeface="Inter"/>
              </a:rPr>
              <a:t>- A second session (Test_02) was run after introducing the engineered feature </a:t>
            </a:r>
            <a:r>
              <a:rPr lang="en-US" sz="1600" dirty="0" err="1">
                <a:solidFill>
                  <a:srgbClr val="002060"/>
                </a:solidFill>
                <a:latin typeface="Inter"/>
              </a:rPr>
              <a:t>Speed_Altitude_Ratio</a:t>
            </a:r>
            <a:r>
              <a:rPr lang="en-US" sz="1600" dirty="0">
                <a:solidFill>
                  <a:srgbClr val="002060"/>
                </a:solidFill>
                <a:latin typeface="Inter"/>
              </a:rPr>
              <a:t> to test whether combining altitude and speed into a single interaction variable would improve predictive performance. It did not, Test_01 outperformed Test_02 </a:t>
            </a:r>
            <a:r>
              <a:rPr lang="en-US" sz="1600" b="1" dirty="0">
                <a:solidFill>
                  <a:srgbClr val="002060"/>
                </a:solidFill>
                <a:latin typeface="Inter"/>
              </a:rPr>
              <a:t>(ROC AUC: 0.518 vs 0.505)</a:t>
            </a:r>
            <a:r>
              <a:rPr lang="en-US" sz="1600" dirty="0">
                <a:solidFill>
                  <a:srgbClr val="002060"/>
                </a:solidFill>
                <a:latin typeface="Inter"/>
              </a:rPr>
              <a:t>, so </a:t>
            </a:r>
            <a:r>
              <a:rPr lang="en-US" sz="1600" b="1" dirty="0">
                <a:solidFill>
                  <a:srgbClr val="002060"/>
                </a:solidFill>
                <a:latin typeface="Inter"/>
              </a:rPr>
              <a:t>Test_01 </a:t>
            </a:r>
            <a:r>
              <a:rPr lang="en-US" sz="1600" dirty="0">
                <a:solidFill>
                  <a:srgbClr val="002060"/>
                </a:solidFill>
                <a:latin typeface="Inter"/>
              </a:rPr>
              <a:t>was selected as the </a:t>
            </a:r>
            <a:r>
              <a:rPr lang="en-US" sz="1600" b="1" dirty="0">
                <a:solidFill>
                  <a:srgbClr val="002060"/>
                </a:solidFill>
                <a:latin typeface="Inter"/>
              </a:rPr>
              <a:t>deployed</a:t>
            </a:r>
            <a:r>
              <a:rPr lang="en-US" sz="1600" dirty="0">
                <a:solidFill>
                  <a:srgbClr val="002060"/>
                </a:solidFill>
                <a:latin typeface="Inter"/>
              </a:rPr>
              <a:t> model.</a:t>
            </a:r>
            <a:endParaRPr lang="en-AE" sz="1600" dirty="0">
              <a:solidFill>
                <a:srgbClr val="002060"/>
              </a:solidFill>
              <a:latin typeface="Inter"/>
            </a:endParaRPr>
          </a:p>
        </p:txBody>
      </p:sp>
    </p:spTree>
    <p:extLst>
      <p:ext uri="{BB962C8B-B14F-4D97-AF65-F5344CB8AC3E}">
        <p14:creationId xmlns:p14="http://schemas.microsoft.com/office/powerpoint/2010/main" val="2129935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500FA2-9BE1-AC28-672E-76B20C889C1A}"/>
              </a:ext>
            </a:extLst>
          </p:cNvPr>
          <p:cNvPicPr>
            <a:picLocks noChangeAspect="1"/>
          </p:cNvPicPr>
          <p:nvPr/>
        </p:nvPicPr>
        <p:blipFill>
          <a:blip r:embed="rId2"/>
          <a:srcRect r="3570"/>
          <a:stretch>
            <a:fillRect/>
          </a:stretch>
        </p:blipFill>
        <p:spPr>
          <a:xfrm>
            <a:off x="551384" y="1205364"/>
            <a:ext cx="3575852" cy="2728461"/>
          </a:xfrm>
          <a:prstGeom prst="rect">
            <a:avLst/>
          </a:prstGeom>
          <a:ln>
            <a:solidFill>
              <a:srgbClr val="002060"/>
            </a:solidFill>
          </a:ln>
        </p:spPr>
      </p:pic>
      <p:pic>
        <p:nvPicPr>
          <p:cNvPr id="7" name="Picture 6">
            <a:extLst>
              <a:ext uri="{FF2B5EF4-FFF2-40B4-BE49-F238E27FC236}">
                <a16:creationId xmlns:a16="http://schemas.microsoft.com/office/drawing/2014/main" id="{C1D2BB9E-D7EB-AD32-0E72-84FC3E81A5AA}"/>
              </a:ext>
            </a:extLst>
          </p:cNvPr>
          <p:cNvPicPr>
            <a:picLocks noChangeAspect="1"/>
          </p:cNvPicPr>
          <p:nvPr/>
        </p:nvPicPr>
        <p:blipFill>
          <a:blip r:embed="rId3"/>
          <a:srcRect r="4218"/>
          <a:stretch>
            <a:fillRect/>
          </a:stretch>
        </p:blipFill>
        <p:spPr>
          <a:xfrm>
            <a:off x="4299791" y="1205364"/>
            <a:ext cx="3634205" cy="2728461"/>
          </a:xfrm>
          <a:prstGeom prst="rect">
            <a:avLst/>
          </a:prstGeom>
          <a:ln>
            <a:solidFill>
              <a:srgbClr val="002060"/>
            </a:solidFill>
          </a:ln>
        </p:spPr>
      </p:pic>
      <p:pic>
        <p:nvPicPr>
          <p:cNvPr id="9" name="Picture 8">
            <a:extLst>
              <a:ext uri="{FF2B5EF4-FFF2-40B4-BE49-F238E27FC236}">
                <a16:creationId xmlns:a16="http://schemas.microsoft.com/office/drawing/2014/main" id="{247A9D5E-228E-32FE-F969-E11D0A39F93B}"/>
              </a:ext>
            </a:extLst>
          </p:cNvPr>
          <p:cNvPicPr>
            <a:picLocks noChangeAspect="1"/>
          </p:cNvPicPr>
          <p:nvPr/>
        </p:nvPicPr>
        <p:blipFill>
          <a:blip r:embed="rId4"/>
          <a:srcRect r="6213"/>
          <a:stretch>
            <a:fillRect/>
          </a:stretch>
        </p:blipFill>
        <p:spPr>
          <a:xfrm>
            <a:off x="8073433" y="1205365"/>
            <a:ext cx="3611551" cy="2715140"/>
          </a:xfrm>
          <a:prstGeom prst="rect">
            <a:avLst/>
          </a:prstGeom>
          <a:ln>
            <a:solidFill>
              <a:srgbClr val="002060"/>
            </a:solidFill>
          </a:ln>
        </p:spPr>
      </p:pic>
      <p:sp>
        <p:nvSpPr>
          <p:cNvPr id="12" name="Google Shape;773;p59">
            <a:extLst>
              <a:ext uri="{FF2B5EF4-FFF2-40B4-BE49-F238E27FC236}">
                <a16:creationId xmlns:a16="http://schemas.microsoft.com/office/drawing/2014/main" id="{A6D47891-1145-C5D0-FE6D-9B455C5EB4AB}"/>
              </a:ext>
            </a:extLst>
          </p:cNvPr>
          <p:cNvSpPr txBox="1"/>
          <p:nvPr/>
        </p:nvSpPr>
        <p:spPr>
          <a:xfrm>
            <a:off x="1163043" y="692696"/>
            <a:ext cx="2352534" cy="388800"/>
          </a:xfrm>
          <a:prstGeom prst="rect">
            <a:avLst/>
          </a:prstGeom>
          <a:noFill/>
          <a:ln>
            <a:noFill/>
          </a:ln>
        </p:spPr>
        <p:txBody>
          <a:bodyPr spcFirstLastPara="1" wrap="square" lIns="91425" tIns="137150" rIns="91425" bIns="91425" anchor="ctr" anchorCtr="0">
            <a:noAutofit/>
          </a:bodyPr>
          <a:lstStyle/>
          <a:p>
            <a:pPr marL="0" marR="0" lvl="0" indent="0" algn="ctr" rtl="0">
              <a:lnSpc>
                <a:spcPct val="100000"/>
              </a:lnSpc>
              <a:spcBef>
                <a:spcPts val="0"/>
              </a:spcBef>
              <a:spcAft>
                <a:spcPts val="0"/>
              </a:spcAft>
              <a:buNone/>
            </a:pPr>
            <a:r>
              <a:rPr lang="en" sz="2400" dirty="0">
                <a:solidFill>
                  <a:schemeClr val="lt1"/>
                </a:solidFill>
                <a:highlight>
                  <a:schemeClr val="dk2"/>
                </a:highlight>
                <a:latin typeface="Manrope"/>
                <a:ea typeface="Manrope"/>
                <a:cs typeface="Manrope"/>
                <a:sym typeface="Manrope"/>
              </a:rPr>
              <a:t>Random Forest</a:t>
            </a:r>
            <a:endParaRPr sz="2400" dirty="0">
              <a:solidFill>
                <a:schemeClr val="lt1"/>
              </a:solidFill>
              <a:highlight>
                <a:schemeClr val="dk2"/>
              </a:highlight>
              <a:latin typeface="Manrope"/>
              <a:ea typeface="Manrope"/>
              <a:cs typeface="Manrope"/>
              <a:sym typeface="Manrope"/>
            </a:endParaRPr>
          </a:p>
        </p:txBody>
      </p:sp>
      <p:sp>
        <p:nvSpPr>
          <p:cNvPr id="13" name="Google Shape;773;p59">
            <a:extLst>
              <a:ext uri="{FF2B5EF4-FFF2-40B4-BE49-F238E27FC236}">
                <a16:creationId xmlns:a16="http://schemas.microsoft.com/office/drawing/2014/main" id="{0F1F98E8-479A-B391-E576-22CCF407B9F7}"/>
              </a:ext>
            </a:extLst>
          </p:cNvPr>
          <p:cNvSpPr txBox="1"/>
          <p:nvPr/>
        </p:nvSpPr>
        <p:spPr>
          <a:xfrm>
            <a:off x="4708960" y="692696"/>
            <a:ext cx="2950560" cy="388800"/>
          </a:xfrm>
          <a:prstGeom prst="rect">
            <a:avLst/>
          </a:prstGeom>
          <a:noFill/>
          <a:ln>
            <a:noFill/>
          </a:ln>
        </p:spPr>
        <p:txBody>
          <a:bodyPr spcFirstLastPara="1" wrap="square" lIns="91425" tIns="137150" rIns="91425" bIns="91425" anchor="ctr" anchorCtr="0">
            <a:noAutofit/>
          </a:bodyPr>
          <a:lstStyle/>
          <a:p>
            <a:pPr marL="0" marR="0" lvl="0" indent="0" algn="ctr" rtl="0">
              <a:lnSpc>
                <a:spcPct val="100000"/>
              </a:lnSpc>
              <a:spcBef>
                <a:spcPts val="0"/>
              </a:spcBef>
              <a:spcAft>
                <a:spcPts val="0"/>
              </a:spcAft>
              <a:buNone/>
            </a:pPr>
            <a:r>
              <a:rPr lang="en" sz="2400" dirty="0">
                <a:solidFill>
                  <a:schemeClr val="lt1"/>
                </a:solidFill>
                <a:highlight>
                  <a:schemeClr val="dk2"/>
                </a:highlight>
                <a:latin typeface="Manrope"/>
                <a:ea typeface="Manrope"/>
                <a:cs typeface="Manrope"/>
                <a:sym typeface="Manrope"/>
              </a:rPr>
              <a:t>Logistic Regression</a:t>
            </a:r>
            <a:endParaRPr sz="2400" dirty="0">
              <a:solidFill>
                <a:schemeClr val="lt1"/>
              </a:solidFill>
              <a:highlight>
                <a:schemeClr val="dk2"/>
              </a:highlight>
              <a:latin typeface="Manrope"/>
              <a:ea typeface="Manrope"/>
              <a:cs typeface="Manrope"/>
              <a:sym typeface="Manrope"/>
            </a:endParaRPr>
          </a:p>
        </p:txBody>
      </p:sp>
      <p:sp>
        <p:nvSpPr>
          <p:cNvPr id="14" name="Google Shape;773;p59">
            <a:extLst>
              <a:ext uri="{FF2B5EF4-FFF2-40B4-BE49-F238E27FC236}">
                <a16:creationId xmlns:a16="http://schemas.microsoft.com/office/drawing/2014/main" id="{56B25238-70BF-AB50-50FC-C9E970565CFE}"/>
              </a:ext>
            </a:extLst>
          </p:cNvPr>
          <p:cNvSpPr txBox="1"/>
          <p:nvPr/>
        </p:nvSpPr>
        <p:spPr>
          <a:xfrm>
            <a:off x="8816580" y="692696"/>
            <a:ext cx="2125255" cy="388800"/>
          </a:xfrm>
          <a:prstGeom prst="rect">
            <a:avLst/>
          </a:prstGeom>
          <a:noFill/>
          <a:ln>
            <a:noFill/>
          </a:ln>
        </p:spPr>
        <p:txBody>
          <a:bodyPr spcFirstLastPara="1" wrap="square" lIns="91425" tIns="137150" rIns="91425" bIns="91425" anchor="ctr" anchorCtr="0">
            <a:noAutofit/>
          </a:bodyPr>
          <a:lstStyle/>
          <a:p>
            <a:pPr marL="0" marR="0" lvl="0" indent="0" algn="ctr" rtl="0">
              <a:lnSpc>
                <a:spcPct val="100000"/>
              </a:lnSpc>
              <a:spcBef>
                <a:spcPts val="0"/>
              </a:spcBef>
              <a:spcAft>
                <a:spcPts val="0"/>
              </a:spcAft>
              <a:buNone/>
            </a:pPr>
            <a:r>
              <a:rPr lang="en" sz="2400" dirty="0">
                <a:solidFill>
                  <a:schemeClr val="lt1"/>
                </a:solidFill>
                <a:highlight>
                  <a:schemeClr val="dk2"/>
                </a:highlight>
                <a:latin typeface="Manrope"/>
                <a:ea typeface="Manrope"/>
                <a:cs typeface="Manrope"/>
                <a:sym typeface="Manrope"/>
              </a:rPr>
              <a:t>Decision Tree</a:t>
            </a:r>
            <a:endParaRPr sz="2400" dirty="0">
              <a:solidFill>
                <a:schemeClr val="lt1"/>
              </a:solidFill>
              <a:highlight>
                <a:schemeClr val="dk2"/>
              </a:highlight>
              <a:latin typeface="Manrope"/>
              <a:ea typeface="Manrope"/>
              <a:cs typeface="Manrope"/>
              <a:sym typeface="Manrope"/>
            </a:endParaRPr>
          </a:p>
        </p:txBody>
      </p:sp>
      <p:sp>
        <p:nvSpPr>
          <p:cNvPr id="15" name="Star: 5 Points 14">
            <a:extLst>
              <a:ext uri="{FF2B5EF4-FFF2-40B4-BE49-F238E27FC236}">
                <a16:creationId xmlns:a16="http://schemas.microsoft.com/office/drawing/2014/main" id="{19A03138-A6E0-44C2-F990-D06A1707B01D}"/>
              </a:ext>
            </a:extLst>
          </p:cNvPr>
          <p:cNvSpPr/>
          <p:nvPr/>
        </p:nvSpPr>
        <p:spPr>
          <a:xfrm>
            <a:off x="8472264" y="692696"/>
            <a:ext cx="388800" cy="388800"/>
          </a:xfrm>
          <a:prstGeom prst="star5">
            <a:avLst/>
          </a:prstGeom>
          <a:solidFill>
            <a:srgbClr val="FF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6" name="TextBox 15">
            <a:extLst>
              <a:ext uri="{FF2B5EF4-FFF2-40B4-BE49-F238E27FC236}">
                <a16:creationId xmlns:a16="http://schemas.microsoft.com/office/drawing/2014/main" id="{7EB67D49-2BF8-A4C3-8D01-8A647C613160}"/>
              </a:ext>
            </a:extLst>
          </p:cNvPr>
          <p:cNvSpPr txBox="1"/>
          <p:nvPr/>
        </p:nvSpPr>
        <p:spPr>
          <a:xfrm>
            <a:off x="753374" y="4075337"/>
            <a:ext cx="3171872" cy="1107996"/>
          </a:xfrm>
          <a:prstGeom prst="rect">
            <a:avLst/>
          </a:prstGeom>
          <a:noFill/>
        </p:spPr>
        <p:txBody>
          <a:bodyPr wrap="square" rtlCol="0">
            <a:spAutoFit/>
          </a:bodyPr>
          <a:lstStyle/>
          <a:p>
            <a:pPr algn="ctr"/>
            <a:r>
              <a:rPr lang="en-US" sz="1800" b="1" dirty="0">
                <a:solidFill>
                  <a:srgbClr val="002060"/>
                </a:solidFill>
                <a:latin typeface="Inter"/>
              </a:rPr>
              <a:t>ROC AUC: </a:t>
            </a:r>
            <a:r>
              <a:rPr lang="en-AE" sz="1800" b="1" dirty="0">
                <a:solidFill>
                  <a:srgbClr val="002060"/>
                </a:solidFill>
                <a:latin typeface="Inter"/>
              </a:rPr>
              <a:t>0.493</a:t>
            </a:r>
            <a:br>
              <a:rPr lang="en-US" sz="1600" b="1" dirty="0">
                <a:solidFill>
                  <a:srgbClr val="002060"/>
                </a:solidFill>
                <a:latin typeface="Inter"/>
              </a:rPr>
            </a:br>
            <a:r>
              <a:rPr lang="en-US" sz="1600" dirty="0">
                <a:solidFill>
                  <a:srgbClr val="002060"/>
                </a:solidFill>
                <a:latin typeface="Inter"/>
              </a:rPr>
              <a:t>Perfect recall but effectively no discriminative ability, predicting Front for nearly every record</a:t>
            </a:r>
            <a:endParaRPr lang="en-AE" sz="1600" dirty="0">
              <a:solidFill>
                <a:srgbClr val="002060"/>
              </a:solidFill>
              <a:latin typeface="Inter"/>
            </a:endParaRPr>
          </a:p>
        </p:txBody>
      </p:sp>
      <p:sp>
        <p:nvSpPr>
          <p:cNvPr id="17" name="TextBox 16">
            <a:extLst>
              <a:ext uri="{FF2B5EF4-FFF2-40B4-BE49-F238E27FC236}">
                <a16:creationId xmlns:a16="http://schemas.microsoft.com/office/drawing/2014/main" id="{0322C13E-E569-4EC7-F1CD-4874E3E95A6E}"/>
              </a:ext>
            </a:extLst>
          </p:cNvPr>
          <p:cNvSpPr txBox="1"/>
          <p:nvPr/>
        </p:nvSpPr>
        <p:spPr>
          <a:xfrm>
            <a:off x="4871864" y="4050383"/>
            <a:ext cx="2624753" cy="861774"/>
          </a:xfrm>
          <a:prstGeom prst="rect">
            <a:avLst/>
          </a:prstGeom>
          <a:noFill/>
        </p:spPr>
        <p:txBody>
          <a:bodyPr wrap="square" rtlCol="0">
            <a:spAutoFit/>
          </a:bodyPr>
          <a:lstStyle/>
          <a:p>
            <a:pPr algn="ctr"/>
            <a:r>
              <a:rPr lang="en-US" sz="1800" b="1" dirty="0">
                <a:solidFill>
                  <a:srgbClr val="002060"/>
                </a:solidFill>
                <a:latin typeface="Inter"/>
              </a:rPr>
              <a:t>ROC AUC: 0.480</a:t>
            </a:r>
            <a:br>
              <a:rPr lang="en-US" sz="1600" dirty="0">
                <a:solidFill>
                  <a:srgbClr val="002060"/>
                </a:solidFill>
                <a:latin typeface="Inter"/>
              </a:rPr>
            </a:br>
            <a:r>
              <a:rPr lang="en-US" sz="1600" dirty="0">
                <a:solidFill>
                  <a:srgbClr val="002060"/>
                </a:solidFill>
                <a:latin typeface="Inter"/>
              </a:rPr>
              <a:t>MCC of 0.000 no meaningful distinction between classes</a:t>
            </a:r>
            <a:endParaRPr lang="en-AE" dirty="0">
              <a:solidFill>
                <a:srgbClr val="002060"/>
              </a:solidFill>
              <a:latin typeface="Inter"/>
            </a:endParaRPr>
          </a:p>
        </p:txBody>
      </p:sp>
      <p:sp>
        <p:nvSpPr>
          <p:cNvPr id="18" name="TextBox 17">
            <a:extLst>
              <a:ext uri="{FF2B5EF4-FFF2-40B4-BE49-F238E27FC236}">
                <a16:creationId xmlns:a16="http://schemas.microsoft.com/office/drawing/2014/main" id="{AD922666-6532-993E-529F-EDF678F1966C}"/>
              </a:ext>
            </a:extLst>
          </p:cNvPr>
          <p:cNvSpPr txBox="1"/>
          <p:nvPr/>
        </p:nvSpPr>
        <p:spPr>
          <a:xfrm>
            <a:off x="8566831" y="4048314"/>
            <a:ext cx="2624754" cy="861774"/>
          </a:xfrm>
          <a:prstGeom prst="rect">
            <a:avLst/>
          </a:prstGeom>
          <a:noFill/>
        </p:spPr>
        <p:txBody>
          <a:bodyPr wrap="square" rtlCol="0">
            <a:spAutoFit/>
          </a:bodyPr>
          <a:lstStyle/>
          <a:p>
            <a:pPr algn="ctr"/>
            <a:r>
              <a:rPr lang="en-US" sz="1800" b="1" u="sng" dirty="0">
                <a:solidFill>
                  <a:srgbClr val="002060"/>
                </a:solidFill>
                <a:latin typeface="Inter"/>
              </a:rPr>
              <a:t>ROC AUC: 0.518</a:t>
            </a:r>
            <a:br>
              <a:rPr lang="en-US" sz="1600" dirty="0">
                <a:solidFill>
                  <a:srgbClr val="002060"/>
                </a:solidFill>
                <a:latin typeface="Inter"/>
              </a:rPr>
            </a:br>
            <a:r>
              <a:rPr lang="en-US" sz="1600" dirty="0">
                <a:solidFill>
                  <a:srgbClr val="002060"/>
                </a:solidFill>
                <a:latin typeface="Inter"/>
              </a:rPr>
              <a:t>Best overall performer, selected as deployed model</a:t>
            </a:r>
            <a:endParaRPr lang="en-AE" sz="1600" dirty="0">
              <a:solidFill>
                <a:srgbClr val="002060"/>
              </a:solidFill>
              <a:latin typeface="Inter"/>
            </a:endParaRPr>
          </a:p>
        </p:txBody>
      </p:sp>
      <p:sp>
        <p:nvSpPr>
          <p:cNvPr id="19" name="TextBox 18">
            <a:extLst>
              <a:ext uri="{FF2B5EF4-FFF2-40B4-BE49-F238E27FC236}">
                <a16:creationId xmlns:a16="http://schemas.microsoft.com/office/drawing/2014/main" id="{11C8C436-82E0-1EC8-5B24-165B97F88E73}"/>
              </a:ext>
              <a:ext uri="{C183D7F6-B498-43B3-948B-1728B52AA6E4}">
                <adec:decorative xmlns:adec="http://schemas.microsoft.com/office/drawing/2017/decorative" val="0"/>
              </a:ext>
            </a:extLst>
          </p:cNvPr>
          <p:cNvSpPr txBox="1"/>
          <p:nvPr/>
        </p:nvSpPr>
        <p:spPr>
          <a:xfrm>
            <a:off x="551384" y="5406315"/>
            <a:ext cx="11302712" cy="1077218"/>
          </a:xfrm>
          <a:prstGeom prst="rect">
            <a:avLst/>
          </a:prstGeom>
          <a:noFill/>
        </p:spPr>
        <p:txBody>
          <a:bodyPr wrap="square" rtlCol="0">
            <a:spAutoFit/>
          </a:bodyPr>
          <a:lstStyle/>
          <a:p>
            <a:r>
              <a:rPr lang="en-US" sz="1600" b="1" dirty="0">
                <a:solidFill>
                  <a:srgbClr val="002060"/>
                </a:solidFill>
                <a:latin typeface="Inter"/>
              </a:rPr>
              <a:t>Predicting survival location</a:t>
            </a:r>
            <a:r>
              <a:rPr lang="en-US" sz="1600" dirty="0">
                <a:solidFill>
                  <a:srgbClr val="002060"/>
                </a:solidFill>
                <a:latin typeface="Inter"/>
              </a:rPr>
              <a:t> is an inherently difficult classification problem, in real world aviation accidents, survival zone is influenced by factors like impact angle, structural integrity, and seat positioning that are not available in this data set. The model’s tendency to predict front predominantly might reflect a real pattern in the data, </a:t>
            </a:r>
            <a:r>
              <a:rPr lang="en-US" sz="1600" b="1" dirty="0">
                <a:solidFill>
                  <a:srgbClr val="002060"/>
                </a:solidFill>
                <a:latin typeface="Inter"/>
              </a:rPr>
              <a:t>front is the majority survival location</a:t>
            </a:r>
            <a:r>
              <a:rPr lang="en-US" sz="1600" dirty="0">
                <a:solidFill>
                  <a:srgbClr val="002060"/>
                </a:solidFill>
                <a:latin typeface="Inter"/>
              </a:rPr>
              <a:t>, but without richer features, the algorithms cannot go beyond that surface level observation.</a:t>
            </a:r>
            <a:endParaRPr lang="en-AE" sz="1600" dirty="0">
              <a:solidFill>
                <a:srgbClr val="002060"/>
              </a:solidFill>
              <a:latin typeface="Inter"/>
            </a:endParaRPr>
          </a:p>
        </p:txBody>
      </p:sp>
    </p:spTree>
    <p:extLst>
      <p:ext uri="{BB962C8B-B14F-4D97-AF65-F5344CB8AC3E}">
        <p14:creationId xmlns:p14="http://schemas.microsoft.com/office/powerpoint/2010/main" val="2383228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5263-A86E-E171-3682-85713ADE08BB}"/>
              </a:ext>
            </a:extLst>
          </p:cNvPr>
          <p:cNvSpPr>
            <a:spLocks noGrp="1"/>
          </p:cNvSpPr>
          <p:nvPr>
            <p:ph type="title"/>
          </p:nvPr>
        </p:nvSpPr>
        <p:spPr/>
        <p:txBody>
          <a:bodyPr/>
          <a:lstStyle/>
          <a:p>
            <a:r>
              <a:rPr lang="en-US" dirty="0"/>
              <a:t>Clustering</a:t>
            </a:r>
            <a:endParaRPr lang="en-AE" dirty="0"/>
          </a:p>
        </p:txBody>
      </p:sp>
      <p:pic>
        <p:nvPicPr>
          <p:cNvPr id="26" name="Picture 25">
            <a:extLst>
              <a:ext uri="{FF2B5EF4-FFF2-40B4-BE49-F238E27FC236}">
                <a16:creationId xmlns:a16="http://schemas.microsoft.com/office/drawing/2014/main" id="{D5DE2926-A724-1B3C-B801-6CEA04638A7E}"/>
              </a:ext>
            </a:extLst>
          </p:cNvPr>
          <p:cNvPicPr>
            <a:picLocks noChangeAspect="1"/>
          </p:cNvPicPr>
          <p:nvPr/>
        </p:nvPicPr>
        <p:blipFill>
          <a:blip r:embed="rId2"/>
          <a:stretch>
            <a:fillRect/>
          </a:stretch>
        </p:blipFill>
        <p:spPr>
          <a:xfrm>
            <a:off x="678633" y="1716583"/>
            <a:ext cx="6931925" cy="3008561"/>
          </a:xfrm>
          <a:prstGeom prst="rect">
            <a:avLst/>
          </a:prstGeom>
          <a:ln>
            <a:solidFill>
              <a:srgbClr val="002060"/>
            </a:solidFill>
          </a:ln>
        </p:spPr>
      </p:pic>
      <p:pic>
        <p:nvPicPr>
          <p:cNvPr id="24" name="Picture 23">
            <a:extLst>
              <a:ext uri="{FF2B5EF4-FFF2-40B4-BE49-F238E27FC236}">
                <a16:creationId xmlns:a16="http://schemas.microsoft.com/office/drawing/2014/main" id="{7130D6BC-D5BE-E7C6-A790-175CBAB3F409}"/>
              </a:ext>
            </a:extLst>
          </p:cNvPr>
          <p:cNvPicPr>
            <a:picLocks noChangeAspect="1"/>
          </p:cNvPicPr>
          <p:nvPr/>
        </p:nvPicPr>
        <p:blipFill>
          <a:blip r:embed="rId3"/>
          <a:srcRect l="17516" r="43706"/>
          <a:stretch>
            <a:fillRect/>
          </a:stretch>
        </p:blipFill>
        <p:spPr>
          <a:xfrm>
            <a:off x="7893655" y="629778"/>
            <a:ext cx="3756773" cy="4094621"/>
          </a:xfrm>
          <a:prstGeom prst="rect">
            <a:avLst/>
          </a:prstGeom>
          <a:ln>
            <a:solidFill>
              <a:srgbClr val="002060"/>
            </a:solidFill>
          </a:ln>
        </p:spPr>
      </p:pic>
      <p:sp>
        <p:nvSpPr>
          <p:cNvPr id="29" name="TextBox 28">
            <a:extLst>
              <a:ext uri="{FF2B5EF4-FFF2-40B4-BE49-F238E27FC236}">
                <a16:creationId xmlns:a16="http://schemas.microsoft.com/office/drawing/2014/main" id="{A2646D2E-5CD8-37F0-911F-A7A4FF2156BA}"/>
              </a:ext>
            </a:extLst>
          </p:cNvPr>
          <p:cNvSpPr txBox="1"/>
          <p:nvPr/>
        </p:nvSpPr>
        <p:spPr>
          <a:xfrm>
            <a:off x="551384" y="4792503"/>
            <a:ext cx="11305255" cy="2092881"/>
          </a:xfrm>
          <a:prstGeom prst="rect">
            <a:avLst/>
          </a:prstGeom>
          <a:noFill/>
        </p:spPr>
        <p:txBody>
          <a:bodyPr wrap="square" rtlCol="0">
            <a:spAutoFit/>
          </a:bodyPr>
          <a:lstStyle/>
          <a:p>
            <a:r>
              <a:rPr lang="en-US" sz="1800" b="1" dirty="0">
                <a:solidFill>
                  <a:srgbClr val="002060"/>
                </a:solidFill>
                <a:latin typeface="Inter"/>
              </a:rPr>
              <a:t>Model Selection</a:t>
            </a:r>
            <a:br>
              <a:rPr lang="en-US" dirty="0">
                <a:solidFill>
                  <a:srgbClr val="002060"/>
                </a:solidFill>
                <a:latin typeface="Inter"/>
              </a:rPr>
            </a:br>
            <a:r>
              <a:rPr lang="en-US" sz="1600" dirty="0">
                <a:solidFill>
                  <a:srgbClr val="002060"/>
                </a:solidFill>
                <a:latin typeface="Inter"/>
              </a:rPr>
              <a:t>K=7 was selected over k=3 and k=5 based on the highest silhouette score </a:t>
            </a:r>
            <a:r>
              <a:rPr lang="en-US" sz="1600" b="1" dirty="0">
                <a:solidFill>
                  <a:srgbClr val="002060"/>
                </a:solidFill>
                <a:latin typeface="Inter"/>
              </a:rPr>
              <a:t>(0.058 vs 0.056). </a:t>
            </a:r>
            <a:r>
              <a:rPr lang="en-US" sz="1600" dirty="0">
                <a:solidFill>
                  <a:srgbClr val="002060"/>
                </a:solidFill>
                <a:latin typeface="Inter"/>
              </a:rPr>
              <a:t>Three configurations were tested in a single session.</a:t>
            </a:r>
            <a:r>
              <a:rPr lang="en-US" dirty="0">
                <a:solidFill>
                  <a:srgbClr val="002060"/>
                </a:solidFill>
                <a:latin typeface="Inter"/>
              </a:rPr>
              <a:t>
</a:t>
            </a:r>
            <a:br>
              <a:rPr lang="en-US" dirty="0">
                <a:solidFill>
                  <a:srgbClr val="002060"/>
                </a:solidFill>
                <a:latin typeface="Inter"/>
              </a:rPr>
            </a:br>
            <a:r>
              <a:rPr lang="en-US" sz="1800" b="1" dirty="0">
                <a:solidFill>
                  <a:srgbClr val="002060"/>
                </a:solidFill>
                <a:latin typeface="Inter"/>
              </a:rPr>
              <a:t>Heatmap Insight</a:t>
            </a:r>
            <a:br>
              <a:rPr lang="en-US" sz="1800" b="1" dirty="0">
                <a:solidFill>
                  <a:srgbClr val="002060"/>
                </a:solidFill>
                <a:latin typeface="Inter"/>
              </a:rPr>
            </a:br>
            <a:r>
              <a:rPr lang="en-US" sz="1600" dirty="0">
                <a:solidFill>
                  <a:srgbClr val="002060"/>
                </a:solidFill>
                <a:latin typeface="Inter"/>
              </a:rPr>
              <a:t>The heatmap confirms that clusters are primarily differentiated by continuous numerical variables — </a:t>
            </a:r>
            <a:r>
              <a:rPr lang="en-US" sz="1600" dirty="0" err="1">
                <a:solidFill>
                  <a:srgbClr val="002060"/>
                </a:solidFill>
                <a:latin typeface="Inter"/>
              </a:rPr>
              <a:t>Accident_Month</a:t>
            </a:r>
            <a:r>
              <a:rPr lang="en-US" sz="1600" dirty="0">
                <a:solidFill>
                  <a:srgbClr val="002060"/>
                </a:solidFill>
                <a:latin typeface="Inter"/>
              </a:rPr>
              <a:t>, </a:t>
            </a:r>
            <a:r>
              <a:rPr lang="en-US" sz="1600" dirty="0" err="1">
                <a:solidFill>
                  <a:srgbClr val="002060"/>
                </a:solidFill>
                <a:latin typeface="Inter"/>
              </a:rPr>
              <a:t>Accident_Year</a:t>
            </a:r>
            <a:r>
              <a:rPr lang="en-US" sz="1600" dirty="0">
                <a:solidFill>
                  <a:srgbClr val="002060"/>
                </a:solidFill>
                <a:latin typeface="Inter"/>
              </a:rPr>
              <a:t>, </a:t>
            </a:r>
            <a:r>
              <a:rPr lang="en-US" sz="1600" dirty="0" err="1">
                <a:solidFill>
                  <a:srgbClr val="002060"/>
                </a:solidFill>
                <a:latin typeface="Inter"/>
              </a:rPr>
              <a:t>Altitude_ft</a:t>
            </a:r>
            <a:r>
              <a:rPr lang="en-US" sz="1600" dirty="0">
                <a:solidFill>
                  <a:srgbClr val="002060"/>
                </a:solidFill>
                <a:latin typeface="Inter"/>
              </a:rPr>
              <a:t>, </a:t>
            </a:r>
            <a:r>
              <a:rPr lang="en-US" sz="1600" dirty="0" err="1">
                <a:solidFill>
                  <a:srgbClr val="002060"/>
                </a:solidFill>
                <a:latin typeface="Inter"/>
              </a:rPr>
              <a:t>Pilot_Experience_Years</a:t>
            </a:r>
            <a:r>
              <a:rPr lang="en-US" sz="1600" dirty="0">
                <a:solidFill>
                  <a:srgbClr val="002060"/>
                </a:solidFill>
                <a:latin typeface="Inter"/>
              </a:rPr>
              <a:t>, and </a:t>
            </a:r>
            <a:r>
              <a:rPr lang="en-US" sz="1600" dirty="0" err="1">
                <a:solidFill>
                  <a:srgbClr val="002060"/>
                </a:solidFill>
                <a:latin typeface="Inter"/>
              </a:rPr>
              <a:t>Speed_knots</a:t>
            </a:r>
            <a:r>
              <a:rPr lang="en-US" sz="1600" dirty="0">
                <a:solidFill>
                  <a:srgbClr val="002060"/>
                </a:solidFill>
                <a:latin typeface="Inter"/>
              </a:rPr>
              <a:t> show clear variation across clusters, while categorical variables show minimal differentiation.</a:t>
            </a:r>
            <a:endParaRPr lang="en-AE" dirty="0">
              <a:solidFill>
                <a:srgbClr val="002060"/>
              </a:solidFill>
              <a:latin typeface="Inter"/>
            </a:endParaRPr>
          </a:p>
        </p:txBody>
      </p:sp>
    </p:spTree>
    <p:extLst>
      <p:ext uri="{BB962C8B-B14F-4D97-AF65-F5344CB8AC3E}">
        <p14:creationId xmlns:p14="http://schemas.microsoft.com/office/powerpoint/2010/main" val="2587717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A367-843B-BC0A-8AA3-9FA52086D838}"/>
              </a:ext>
            </a:extLst>
          </p:cNvPr>
          <p:cNvSpPr>
            <a:spLocks noGrp="1"/>
          </p:cNvSpPr>
          <p:nvPr>
            <p:ph type="title"/>
          </p:nvPr>
        </p:nvSpPr>
        <p:spPr/>
        <p:txBody>
          <a:bodyPr/>
          <a:lstStyle/>
          <a:p>
            <a:r>
              <a:rPr lang="en-US" dirty="0"/>
              <a:t>Clustering</a:t>
            </a:r>
            <a:endParaRPr lang="en-AE" dirty="0"/>
          </a:p>
        </p:txBody>
      </p:sp>
      <p:pic>
        <p:nvPicPr>
          <p:cNvPr id="22" name="Picture 21">
            <a:extLst>
              <a:ext uri="{FF2B5EF4-FFF2-40B4-BE49-F238E27FC236}">
                <a16:creationId xmlns:a16="http://schemas.microsoft.com/office/drawing/2014/main" id="{D7122F0A-F18C-D665-024C-0EF539B16533}"/>
              </a:ext>
            </a:extLst>
          </p:cNvPr>
          <p:cNvPicPr>
            <a:picLocks noChangeAspect="1"/>
          </p:cNvPicPr>
          <p:nvPr/>
        </p:nvPicPr>
        <p:blipFill>
          <a:blip r:embed="rId2"/>
          <a:stretch>
            <a:fillRect/>
          </a:stretch>
        </p:blipFill>
        <p:spPr>
          <a:xfrm>
            <a:off x="839416" y="1541466"/>
            <a:ext cx="6768752" cy="3166081"/>
          </a:xfrm>
          <a:prstGeom prst="rect">
            <a:avLst/>
          </a:prstGeom>
          <a:ln>
            <a:solidFill>
              <a:srgbClr val="002060"/>
            </a:solidFill>
          </a:ln>
        </p:spPr>
      </p:pic>
      <p:sp>
        <p:nvSpPr>
          <p:cNvPr id="4" name="TextBox 3">
            <a:extLst>
              <a:ext uri="{FF2B5EF4-FFF2-40B4-BE49-F238E27FC236}">
                <a16:creationId xmlns:a16="http://schemas.microsoft.com/office/drawing/2014/main" id="{15B4B60A-57EC-9C0F-BDF5-E284FC35B344}"/>
              </a:ext>
            </a:extLst>
          </p:cNvPr>
          <p:cNvSpPr txBox="1"/>
          <p:nvPr/>
        </p:nvSpPr>
        <p:spPr>
          <a:xfrm>
            <a:off x="7824192" y="1541466"/>
            <a:ext cx="3744416" cy="2616101"/>
          </a:xfrm>
          <a:prstGeom prst="rect">
            <a:avLst/>
          </a:prstGeom>
          <a:noFill/>
        </p:spPr>
        <p:txBody>
          <a:bodyPr wrap="square" rtlCol="0">
            <a:spAutoFit/>
          </a:bodyPr>
          <a:lstStyle/>
          <a:p>
            <a:r>
              <a:rPr lang="en-US" sz="1800" b="1" dirty="0">
                <a:solidFill>
                  <a:srgbClr val="002060"/>
                </a:solidFill>
                <a:latin typeface="Inter"/>
              </a:rPr>
              <a:t>Cluster Profiles &amp; Key Insight:</a:t>
            </a:r>
            <a:br>
              <a:rPr lang="en-US" sz="1800" b="1" dirty="0">
                <a:solidFill>
                  <a:srgbClr val="002060"/>
                </a:solidFill>
                <a:latin typeface="Inter"/>
              </a:rPr>
            </a:br>
            <a:r>
              <a:rPr lang="en-US" dirty="0">
                <a:solidFill>
                  <a:srgbClr val="002060"/>
                </a:solidFill>
                <a:latin typeface="Inter"/>
              </a:rPr>
              <a:t> </a:t>
            </a:r>
            <a:br>
              <a:rPr lang="en-US" dirty="0">
                <a:solidFill>
                  <a:srgbClr val="002060"/>
                </a:solidFill>
                <a:latin typeface="Inter"/>
              </a:rPr>
            </a:br>
            <a:r>
              <a:rPr lang="en-US" sz="1600" dirty="0">
                <a:solidFill>
                  <a:srgbClr val="002060"/>
                </a:solidFill>
                <a:latin typeface="Inter"/>
              </a:rPr>
              <a:t>The clusters reveal three broad risk profiles, low-experience pilots at lower speeds (clusters 0, 1, 6), experienced pilots at high speeds (clusters 4, 5), and a mid-experience transitional group (clusters 2, 3). This points to speed and experience as the two most actionable variables for targeted safety interventions.</a:t>
            </a:r>
            <a:endParaRPr lang="en-AE" sz="1600" dirty="0">
              <a:solidFill>
                <a:srgbClr val="002060"/>
              </a:solidFill>
              <a:latin typeface="Inter"/>
            </a:endParaRPr>
          </a:p>
        </p:txBody>
      </p:sp>
      <p:sp>
        <p:nvSpPr>
          <p:cNvPr id="5" name="TextBox 4">
            <a:extLst>
              <a:ext uri="{FF2B5EF4-FFF2-40B4-BE49-F238E27FC236}">
                <a16:creationId xmlns:a16="http://schemas.microsoft.com/office/drawing/2014/main" id="{866E2C2D-1D40-5C70-47A7-58B37F9CF761}"/>
              </a:ext>
            </a:extLst>
          </p:cNvPr>
          <p:cNvSpPr txBox="1"/>
          <p:nvPr/>
        </p:nvSpPr>
        <p:spPr>
          <a:xfrm>
            <a:off x="767408" y="4941168"/>
            <a:ext cx="10801200" cy="1077218"/>
          </a:xfrm>
          <a:prstGeom prst="rect">
            <a:avLst/>
          </a:prstGeom>
          <a:noFill/>
        </p:spPr>
        <p:txBody>
          <a:bodyPr wrap="square" rtlCol="0">
            <a:spAutoFit/>
          </a:bodyPr>
          <a:lstStyle/>
          <a:p>
            <a:r>
              <a:rPr lang="en-US" sz="1800" b="1" dirty="0">
                <a:solidFill>
                  <a:srgbClr val="002060"/>
                </a:solidFill>
                <a:latin typeface="Inter"/>
              </a:rPr>
              <a:t>Feature Importance:</a:t>
            </a:r>
            <a:r>
              <a:rPr lang="en-US" sz="1800" dirty="0">
                <a:solidFill>
                  <a:srgbClr val="002060"/>
                </a:solidFill>
                <a:latin typeface="Inter"/>
              </a:rPr>
              <a:t> </a:t>
            </a:r>
            <a:br>
              <a:rPr lang="en-US" sz="1800" dirty="0">
                <a:solidFill>
                  <a:srgbClr val="002060"/>
                </a:solidFill>
                <a:latin typeface="Inter"/>
              </a:rPr>
            </a:br>
            <a:br>
              <a:rPr lang="en-US" dirty="0">
                <a:solidFill>
                  <a:srgbClr val="002060"/>
                </a:solidFill>
                <a:latin typeface="Inter"/>
              </a:rPr>
            </a:br>
            <a:r>
              <a:rPr lang="en-US" sz="1600" dirty="0" err="1">
                <a:solidFill>
                  <a:srgbClr val="002060"/>
                </a:solidFill>
                <a:latin typeface="Inter"/>
              </a:rPr>
              <a:t>Speed_knots</a:t>
            </a:r>
            <a:r>
              <a:rPr lang="en-US" sz="1600" dirty="0">
                <a:solidFill>
                  <a:srgbClr val="002060"/>
                </a:solidFill>
                <a:latin typeface="Inter"/>
              </a:rPr>
              <a:t> and </a:t>
            </a:r>
            <a:r>
              <a:rPr lang="en-US" sz="1600" dirty="0" err="1">
                <a:solidFill>
                  <a:srgbClr val="002060"/>
                </a:solidFill>
                <a:latin typeface="Inter"/>
              </a:rPr>
              <a:t>Pilot_Experience_Years</a:t>
            </a:r>
            <a:r>
              <a:rPr lang="en-US" sz="1600" dirty="0">
                <a:solidFill>
                  <a:srgbClr val="002060"/>
                </a:solidFill>
                <a:latin typeface="Inter"/>
              </a:rPr>
              <a:t> are the strongest drivers of cluster separation (14% each), followed by </a:t>
            </a:r>
            <a:r>
              <a:rPr lang="en-US" sz="1600" dirty="0" err="1">
                <a:solidFill>
                  <a:srgbClr val="002060"/>
                </a:solidFill>
                <a:latin typeface="Inter"/>
              </a:rPr>
              <a:t>Accident_Year</a:t>
            </a:r>
            <a:r>
              <a:rPr lang="en-US" sz="1600" dirty="0">
                <a:solidFill>
                  <a:srgbClr val="002060"/>
                </a:solidFill>
                <a:latin typeface="Inter"/>
              </a:rPr>
              <a:t> (13%), </a:t>
            </a:r>
            <a:r>
              <a:rPr lang="en-US" sz="1600" dirty="0" err="1">
                <a:solidFill>
                  <a:srgbClr val="002060"/>
                </a:solidFill>
                <a:latin typeface="Inter"/>
              </a:rPr>
              <a:t>Accident_Month</a:t>
            </a:r>
            <a:r>
              <a:rPr lang="en-US" sz="1600" dirty="0">
                <a:solidFill>
                  <a:srgbClr val="002060"/>
                </a:solidFill>
                <a:latin typeface="Inter"/>
              </a:rPr>
              <a:t> (12%), and </a:t>
            </a:r>
            <a:r>
              <a:rPr lang="en-US" sz="1600" dirty="0" err="1">
                <a:solidFill>
                  <a:srgbClr val="002060"/>
                </a:solidFill>
                <a:latin typeface="Inter"/>
              </a:rPr>
              <a:t>Altitude_ft</a:t>
            </a:r>
            <a:r>
              <a:rPr lang="en-US" sz="1600" dirty="0">
                <a:solidFill>
                  <a:srgbClr val="002060"/>
                </a:solidFill>
                <a:latin typeface="Inter"/>
              </a:rPr>
              <a:t> (12%). Categorical variables contributed only 1% each.</a:t>
            </a:r>
            <a:endParaRPr lang="en-AE" sz="1600" dirty="0">
              <a:solidFill>
                <a:srgbClr val="002060"/>
              </a:solidFill>
              <a:latin typeface="Inter"/>
            </a:endParaRPr>
          </a:p>
        </p:txBody>
      </p:sp>
    </p:spTree>
    <p:extLst>
      <p:ext uri="{BB962C8B-B14F-4D97-AF65-F5344CB8AC3E}">
        <p14:creationId xmlns:p14="http://schemas.microsoft.com/office/powerpoint/2010/main" val="91000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A7356-454F-C0A2-D5EB-4F2C424FF43B}"/>
              </a:ext>
            </a:extLst>
          </p:cNvPr>
          <p:cNvSpPr>
            <a:spLocks noGrp="1"/>
          </p:cNvSpPr>
          <p:nvPr>
            <p:ph type="title"/>
          </p:nvPr>
        </p:nvSpPr>
        <p:spPr/>
        <p:txBody>
          <a:bodyPr/>
          <a:lstStyle/>
          <a:p>
            <a:r>
              <a:rPr lang="en-US" dirty="0"/>
              <a:t>Model Limitations</a:t>
            </a:r>
            <a:endParaRPr lang="en-AE" dirty="0"/>
          </a:p>
        </p:txBody>
      </p:sp>
      <p:sp>
        <p:nvSpPr>
          <p:cNvPr id="3" name="Text Placeholder 2">
            <a:extLst>
              <a:ext uri="{FF2B5EF4-FFF2-40B4-BE49-F238E27FC236}">
                <a16:creationId xmlns:a16="http://schemas.microsoft.com/office/drawing/2014/main" id="{A752296F-6C84-1456-FF29-798164BE1DCE}"/>
              </a:ext>
            </a:extLst>
          </p:cNvPr>
          <p:cNvSpPr txBox="1">
            <a:spLocks/>
          </p:cNvSpPr>
          <p:nvPr/>
        </p:nvSpPr>
        <p:spPr>
          <a:xfrm>
            <a:off x="734776" y="1556792"/>
            <a:ext cx="10689816" cy="1422730"/>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52396"/>
            <a:r>
              <a:rPr lang="en-US" sz="1800" b="1" dirty="0">
                <a:solidFill>
                  <a:srgbClr val="002060"/>
                </a:solidFill>
                <a:latin typeface="Inter"/>
              </a:rPr>
              <a:t>Class imbalance</a:t>
            </a:r>
          </a:p>
          <a:p>
            <a:pPr marL="152396"/>
            <a:endParaRPr lang="en-US" sz="1100" dirty="0">
              <a:solidFill>
                <a:srgbClr val="002060"/>
              </a:solidFill>
              <a:latin typeface="Inter"/>
            </a:endParaRPr>
          </a:p>
          <a:p>
            <a:pPr marL="152396"/>
            <a:r>
              <a:rPr lang="en-US" sz="1600" dirty="0">
                <a:solidFill>
                  <a:srgbClr val="002060"/>
                </a:solidFill>
                <a:latin typeface="Inter"/>
              </a:rPr>
              <a:t>Both models showed high recall but poor precision, defaulting to the majority class. Threshold optimization was applied in Dataiku </a:t>
            </a:r>
            <a:r>
              <a:rPr lang="en-US" altLang="en-US" sz="1600" dirty="0">
                <a:solidFill>
                  <a:srgbClr val="002060"/>
                </a:solidFill>
                <a:latin typeface="Inter"/>
                <a:cs typeface="Times New Roman" panose="02020603050405020304" pitchFamily="18" charset="0"/>
              </a:rPr>
              <a:t>(</a:t>
            </a:r>
            <a:r>
              <a:rPr lang="en-US" altLang="en-US" sz="1600" b="1" dirty="0">
                <a:solidFill>
                  <a:srgbClr val="002060"/>
                </a:solidFill>
                <a:latin typeface="Inter"/>
                <a:cs typeface="Times New Roman" panose="02020603050405020304" pitchFamily="18" charset="0"/>
              </a:rPr>
              <a:t>0.375</a:t>
            </a:r>
            <a:r>
              <a:rPr lang="en-US" altLang="en-US" sz="1600" dirty="0">
                <a:solidFill>
                  <a:srgbClr val="002060"/>
                </a:solidFill>
                <a:latin typeface="Inter"/>
                <a:cs typeface="Times New Roman" panose="02020603050405020304" pitchFamily="18" charset="0"/>
              </a:rPr>
              <a:t> for Model 1, </a:t>
            </a:r>
            <a:r>
              <a:rPr lang="en-US" altLang="en-US" sz="1600" b="1" dirty="0">
                <a:solidFill>
                  <a:srgbClr val="002060"/>
                </a:solidFill>
                <a:latin typeface="Inter"/>
                <a:cs typeface="Times New Roman" panose="02020603050405020304" pitchFamily="18" charset="0"/>
              </a:rPr>
              <a:t>0.200</a:t>
            </a:r>
            <a:r>
              <a:rPr lang="en-US" altLang="en-US" sz="1600" dirty="0">
                <a:solidFill>
                  <a:srgbClr val="002060"/>
                </a:solidFill>
                <a:latin typeface="Inter"/>
                <a:cs typeface="Times New Roman" panose="02020603050405020304" pitchFamily="18" charset="0"/>
              </a:rPr>
              <a:t> for Model 2)</a:t>
            </a:r>
            <a:r>
              <a:rPr lang="en-US" sz="1600" dirty="0">
                <a:solidFill>
                  <a:srgbClr val="002060"/>
                </a:solidFill>
                <a:latin typeface="Inter"/>
              </a:rPr>
              <a:t> as an initial fix SMOTE is proposed as a stronger future solution, it generates synthetic minority class samples to rebalance training data and would be implemented via a Python recipe in Dataiku. </a:t>
            </a:r>
          </a:p>
        </p:txBody>
      </p:sp>
      <p:sp>
        <p:nvSpPr>
          <p:cNvPr id="4" name="Text Placeholder 2">
            <a:extLst>
              <a:ext uri="{FF2B5EF4-FFF2-40B4-BE49-F238E27FC236}">
                <a16:creationId xmlns:a16="http://schemas.microsoft.com/office/drawing/2014/main" id="{99C0B9EF-C1ED-7E44-84C8-BADD70E2C07D}"/>
              </a:ext>
            </a:extLst>
          </p:cNvPr>
          <p:cNvSpPr txBox="1">
            <a:spLocks/>
          </p:cNvSpPr>
          <p:nvPr/>
        </p:nvSpPr>
        <p:spPr>
          <a:xfrm>
            <a:off x="734776" y="2979522"/>
            <a:ext cx="10689816" cy="1152127"/>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52396"/>
            <a:r>
              <a:rPr lang="en-US" sz="1800" b="1" dirty="0">
                <a:solidFill>
                  <a:srgbClr val="002060"/>
                </a:solidFill>
                <a:latin typeface="Inter"/>
              </a:rPr>
              <a:t>Synthetic dataset</a:t>
            </a:r>
          </a:p>
          <a:p>
            <a:pPr marL="152396"/>
            <a:endParaRPr lang="en-US" sz="1100" b="1" dirty="0">
              <a:solidFill>
                <a:srgbClr val="002060"/>
              </a:solidFill>
              <a:latin typeface="Inter"/>
            </a:endParaRPr>
          </a:p>
          <a:p>
            <a:pPr marL="152396"/>
            <a:r>
              <a:rPr lang="en-US" sz="1600" dirty="0">
                <a:solidFill>
                  <a:srgbClr val="002060"/>
                </a:solidFill>
                <a:latin typeface="Inter"/>
              </a:rPr>
              <a:t>The perfectly even spread of accident causes across all 12 categories is atypical of real-world data, limiting how generalizable these findings are to actual aviation contexts.</a:t>
            </a:r>
          </a:p>
        </p:txBody>
      </p:sp>
      <p:sp>
        <p:nvSpPr>
          <p:cNvPr id="5" name="Text Placeholder 2">
            <a:extLst>
              <a:ext uri="{FF2B5EF4-FFF2-40B4-BE49-F238E27FC236}">
                <a16:creationId xmlns:a16="http://schemas.microsoft.com/office/drawing/2014/main" id="{3172FFAE-7D91-D105-D4C7-585799099BC1}"/>
              </a:ext>
            </a:extLst>
          </p:cNvPr>
          <p:cNvSpPr txBox="1">
            <a:spLocks/>
          </p:cNvSpPr>
          <p:nvPr/>
        </p:nvSpPr>
        <p:spPr>
          <a:xfrm>
            <a:off x="734776" y="4334470"/>
            <a:ext cx="10689816" cy="1152127"/>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52396"/>
            <a:r>
              <a:rPr lang="en-US" sz="1800" b="1" dirty="0">
                <a:solidFill>
                  <a:srgbClr val="002060"/>
                </a:solidFill>
                <a:latin typeface="Inter"/>
              </a:rPr>
              <a:t>Limited feature set</a:t>
            </a:r>
          </a:p>
          <a:p>
            <a:pPr marL="152396"/>
            <a:endParaRPr lang="en-US" sz="1100" b="1" dirty="0">
              <a:solidFill>
                <a:srgbClr val="002060"/>
              </a:solidFill>
              <a:latin typeface="Inter"/>
            </a:endParaRPr>
          </a:p>
          <a:p>
            <a:pPr marL="152396"/>
            <a:r>
              <a:rPr lang="en-US" sz="1600" dirty="0">
                <a:solidFill>
                  <a:srgbClr val="002060"/>
                </a:solidFill>
                <a:latin typeface="Inter"/>
              </a:rPr>
              <a:t>Critical real-world predictors like impact angle, seat positioning, and maintenance history are absent. Without them, the models are working with an incomplete picture of what actually drives accident outcomes.</a:t>
            </a:r>
          </a:p>
        </p:txBody>
      </p:sp>
    </p:spTree>
    <p:extLst>
      <p:ext uri="{BB962C8B-B14F-4D97-AF65-F5344CB8AC3E}">
        <p14:creationId xmlns:p14="http://schemas.microsoft.com/office/powerpoint/2010/main" val="114816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8C826-63DB-1180-806F-0B8342FADF1B}"/>
              </a:ext>
            </a:extLst>
          </p:cNvPr>
          <p:cNvSpPr>
            <a:spLocks noGrp="1"/>
          </p:cNvSpPr>
          <p:nvPr>
            <p:ph type="title"/>
          </p:nvPr>
        </p:nvSpPr>
        <p:spPr/>
        <p:txBody>
          <a:bodyPr/>
          <a:lstStyle/>
          <a:p>
            <a:r>
              <a:rPr lang="en-US" dirty="0"/>
              <a:t>Future Product Automation</a:t>
            </a:r>
            <a:endParaRPr lang="en-AE" dirty="0"/>
          </a:p>
        </p:txBody>
      </p:sp>
      <p:sp>
        <p:nvSpPr>
          <p:cNvPr id="3" name="Text Placeholder 2">
            <a:extLst>
              <a:ext uri="{FF2B5EF4-FFF2-40B4-BE49-F238E27FC236}">
                <a16:creationId xmlns:a16="http://schemas.microsoft.com/office/drawing/2014/main" id="{4DE4E270-AEB7-8136-A616-D40FD7001A10}"/>
              </a:ext>
            </a:extLst>
          </p:cNvPr>
          <p:cNvSpPr txBox="1">
            <a:spLocks/>
          </p:cNvSpPr>
          <p:nvPr/>
        </p:nvSpPr>
        <p:spPr>
          <a:xfrm>
            <a:off x="5807968" y="1419250"/>
            <a:ext cx="6120680" cy="3665934"/>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52396"/>
            <a:r>
              <a:rPr lang="en-US" sz="1800" b="1" dirty="0">
                <a:solidFill>
                  <a:srgbClr val="002060"/>
                </a:solidFill>
                <a:latin typeface="Inter"/>
              </a:rPr>
              <a:t>The Complete Pipeline</a:t>
            </a:r>
          </a:p>
          <a:p>
            <a:pPr marL="152396"/>
            <a:endParaRPr lang="en-US" sz="1100" dirty="0">
              <a:solidFill>
                <a:srgbClr val="002060"/>
              </a:solidFill>
              <a:latin typeface="Inter"/>
            </a:endParaRPr>
          </a:p>
          <a:p>
            <a:pPr marL="152396"/>
            <a:r>
              <a:rPr lang="en-US" sz="1600" dirty="0">
                <a:solidFill>
                  <a:srgbClr val="002060"/>
                </a:solidFill>
                <a:latin typeface="Inter"/>
              </a:rPr>
              <a:t>The Dataiku flow shows the full data science lifecycle in action—starting from the raw data set, through preparation, splitting, model training for both objectives, and clustering, all connected in a single reproducible pipeline.</a:t>
            </a:r>
          </a:p>
          <a:p>
            <a:pPr marL="152396"/>
            <a:endParaRPr lang="en-US" sz="1600" dirty="0">
              <a:solidFill>
                <a:srgbClr val="002060"/>
              </a:solidFill>
              <a:latin typeface="Inter"/>
            </a:endParaRPr>
          </a:p>
          <a:p>
            <a:pPr marL="152396"/>
            <a:r>
              <a:rPr lang="en-US" sz="1800" b="1" dirty="0">
                <a:solidFill>
                  <a:srgbClr val="002060"/>
                </a:solidFill>
                <a:latin typeface="Inter"/>
              </a:rPr>
              <a:t>Evaluate </a:t>
            </a:r>
            <a:r>
              <a:rPr lang="en-US" sz="1800" b="1" dirty="0" err="1">
                <a:solidFill>
                  <a:srgbClr val="002060"/>
                </a:solidFill>
                <a:latin typeface="Inter"/>
              </a:rPr>
              <a:t>Receipe</a:t>
            </a:r>
            <a:endParaRPr lang="en-US" sz="1800" b="1" dirty="0">
              <a:solidFill>
                <a:srgbClr val="002060"/>
              </a:solidFill>
              <a:latin typeface="Inter"/>
            </a:endParaRPr>
          </a:p>
          <a:p>
            <a:pPr marL="152396"/>
            <a:endParaRPr lang="en-US" sz="1100" b="1" dirty="0">
              <a:solidFill>
                <a:srgbClr val="002060"/>
              </a:solidFill>
              <a:latin typeface="Inter"/>
            </a:endParaRPr>
          </a:p>
          <a:p>
            <a:pPr marL="152396"/>
            <a:r>
              <a:rPr lang="en-US" sz="1600" dirty="0">
                <a:solidFill>
                  <a:srgbClr val="002060"/>
                </a:solidFill>
                <a:latin typeface="Inter"/>
              </a:rPr>
              <a:t>Rather than relying on training metrics, to evaluate recipe was used to score both deployed models against the unseen test set — producing formal metrics data sets as outputs this ensures everything reported in this presentation reflects how the models actually perform on data never seen before, which is the only honest way to measure a model.
</a:t>
            </a:r>
          </a:p>
        </p:txBody>
      </p:sp>
      <p:pic>
        <p:nvPicPr>
          <p:cNvPr id="5" name="Picture 4">
            <a:extLst>
              <a:ext uri="{FF2B5EF4-FFF2-40B4-BE49-F238E27FC236}">
                <a16:creationId xmlns:a16="http://schemas.microsoft.com/office/drawing/2014/main" id="{D39DB722-16FD-74C8-5329-1C6EA591125A}"/>
              </a:ext>
            </a:extLst>
          </p:cNvPr>
          <p:cNvPicPr>
            <a:picLocks noChangeAspect="1"/>
          </p:cNvPicPr>
          <p:nvPr/>
        </p:nvPicPr>
        <p:blipFill>
          <a:blip r:embed="rId2"/>
          <a:stretch>
            <a:fillRect/>
          </a:stretch>
        </p:blipFill>
        <p:spPr>
          <a:xfrm>
            <a:off x="839416" y="1482800"/>
            <a:ext cx="4968552" cy="3581796"/>
          </a:xfrm>
          <a:prstGeom prst="rect">
            <a:avLst/>
          </a:prstGeom>
          <a:ln>
            <a:solidFill>
              <a:srgbClr val="002060"/>
            </a:solidFill>
          </a:ln>
        </p:spPr>
      </p:pic>
      <p:sp>
        <p:nvSpPr>
          <p:cNvPr id="6" name="TextBox 5">
            <a:extLst>
              <a:ext uri="{FF2B5EF4-FFF2-40B4-BE49-F238E27FC236}">
                <a16:creationId xmlns:a16="http://schemas.microsoft.com/office/drawing/2014/main" id="{08429674-2612-6609-861F-2601740C0058}"/>
              </a:ext>
            </a:extLst>
          </p:cNvPr>
          <p:cNvSpPr txBox="1"/>
          <p:nvPr/>
        </p:nvSpPr>
        <p:spPr>
          <a:xfrm>
            <a:off x="839416" y="5301208"/>
            <a:ext cx="11017224" cy="1323439"/>
          </a:xfrm>
          <a:prstGeom prst="rect">
            <a:avLst/>
          </a:prstGeom>
          <a:noFill/>
        </p:spPr>
        <p:txBody>
          <a:bodyPr wrap="square" rtlCol="0">
            <a:spAutoFit/>
          </a:bodyPr>
          <a:lstStyle/>
          <a:p>
            <a:r>
              <a:rPr lang="en-US" sz="1800" b="1" dirty="0">
                <a:solidFill>
                  <a:srgbClr val="002060"/>
                </a:solidFill>
                <a:latin typeface="Inter"/>
              </a:rPr>
              <a:t>Future Automation Opportunities</a:t>
            </a:r>
          </a:p>
          <a:p>
            <a:endParaRPr lang="en-US" sz="1100" dirty="0">
              <a:solidFill>
                <a:srgbClr val="002060"/>
              </a:solidFill>
              <a:latin typeface="Inter"/>
            </a:endParaRPr>
          </a:p>
          <a:p>
            <a:pPr marL="285750" indent="-285750">
              <a:buFont typeface="Arial" panose="020B0604020202020204" pitchFamily="34" charset="0"/>
              <a:buChar char="•"/>
            </a:pPr>
            <a:r>
              <a:rPr lang="en-US" sz="1600" dirty="0">
                <a:solidFill>
                  <a:srgbClr val="002060"/>
                </a:solidFill>
                <a:latin typeface="Inter"/>
              </a:rPr>
              <a:t>New accident records could be fed directly into the deployed models for real-time severity and survivor location predictions</a:t>
            </a:r>
          </a:p>
          <a:p>
            <a:pPr marL="285750" indent="-285750">
              <a:buFont typeface="Arial" panose="020B0604020202020204" pitchFamily="34" charset="0"/>
              <a:buChar char="•"/>
            </a:pPr>
            <a:r>
              <a:rPr lang="en-US" sz="1600" dirty="0">
                <a:solidFill>
                  <a:srgbClr val="002060"/>
                </a:solidFill>
                <a:latin typeface="Inter"/>
              </a:rPr>
              <a:t>A Python recipe could be inserted before the split stage to apply SMOTE and rebalance classes before retraining</a:t>
            </a:r>
          </a:p>
          <a:p>
            <a:pPr marL="285750" indent="-285750">
              <a:buFont typeface="Arial" panose="020B0604020202020204" pitchFamily="34" charset="0"/>
              <a:buChar char="•"/>
            </a:pPr>
            <a:r>
              <a:rPr lang="en-US" sz="1600" dirty="0">
                <a:solidFill>
                  <a:srgbClr val="002060"/>
                </a:solidFill>
                <a:latin typeface="Inter"/>
              </a:rPr>
              <a:t>Scored outputs could be connected to Power BI for operational dashboards and automated safety alerts</a:t>
            </a:r>
          </a:p>
        </p:txBody>
      </p:sp>
    </p:spTree>
    <p:extLst>
      <p:ext uri="{BB962C8B-B14F-4D97-AF65-F5344CB8AC3E}">
        <p14:creationId xmlns:p14="http://schemas.microsoft.com/office/powerpoint/2010/main" val="2060683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DF00-6876-EA3B-A772-6A3D5FD41D47}"/>
              </a:ext>
            </a:extLst>
          </p:cNvPr>
          <p:cNvSpPr>
            <a:spLocks noGrp="1"/>
          </p:cNvSpPr>
          <p:nvPr>
            <p:ph type="title"/>
          </p:nvPr>
        </p:nvSpPr>
        <p:spPr/>
        <p:txBody>
          <a:bodyPr/>
          <a:lstStyle/>
          <a:p>
            <a:r>
              <a:rPr lang="en-US" dirty="0"/>
              <a:t>Conclusion</a:t>
            </a:r>
            <a:endParaRPr lang="en-AE" dirty="0"/>
          </a:p>
        </p:txBody>
      </p:sp>
      <p:sp>
        <p:nvSpPr>
          <p:cNvPr id="4" name="Text Placeholder 2">
            <a:extLst>
              <a:ext uri="{FF2B5EF4-FFF2-40B4-BE49-F238E27FC236}">
                <a16:creationId xmlns:a16="http://schemas.microsoft.com/office/drawing/2014/main" id="{A8629DEF-6448-7EE6-5101-B7E999563603}"/>
              </a:ext>
            </a:extLst>
          </p:cNvPr>
          <p:cNvSpPr txBox="1">
            <a:spLocks/>
          </p:cNvSpPr>
          <p:nvPr/>
        </p:nvSpPr>
        <p:spPr>
          <a:xfrm>
            <a:off x="734776" y="1556792"/>
            <a:ext cx="10689816" cy="1080120"/>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52396"/>
            <a:r>
              <a:rPr lang="en-US" sz="1800" b="1" dirty="0">
                <a:solidFill>
                  <a:srgbClr val="002060"/>
                </a:solidFill>
                <a:latin typeface="Inter"/>
              </a:rPr>
              <a:t>Objectives revisited</a:t>
            </a:r>
          </a:p>
          <a:p>
            <a:pPr marL="152396"/>
            <a:endParaRPr lang="en-US" sz="1100" dirty="0">
              <a:solidFill>
                <a:srgbClr val="002060"/>
              </a:solidFill>
              <a:latin typeface="Inter"/>
            </a:endParaRPr>
          </a:p>
          <a:p>
            <a:pPr marL="152396"/>
            <a:r>
              <a:rPr lang="en-US" sz="1600" dirty="0">
                <a:solidFill>
                  <a:srgbClr val="002060"/>
                </a:solidFill>
                <a:latin typeface="Inter"/>
              </a:rPr>
              <a:t>This project applied the full data science lifecycle in Dataiku to predict accident severity, survival location, and identify risk profiles through clustering.</a:t>
            </a:r>
          </a:p>
        </p:txBody>
      </p:sp>
      <p:sp>
        <p:nvSpPr>
          <p:cNvPr id="5" name="Text Placeholder 2">
            <a:extLst>
              <a:ext uri="{FF2B5EF4-FFF2-40B4-BE49-F238E27FC236}">
                <a16:creationId xmlns:a16="http://schemas.microsoft.com/office/drawing/2014/main" id="{ED251F5C-7327-FCBE-81A1-D29BE24BECE3}"/>
              </a:ext>
            </a:extLst>
          </p:cNvPr>
          <p:cNvSpPr txBox="1">
            <a:spLocks/>
          </p:cNvSpPr>
          <p:nvPr/>
        </p:nvSpPr>
        <p:spPr>
          <a:xfrm>
            <a:off x="734776" y="2961568"/>
            <a:ext cx="10689816" cy="1438176"/>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52396"/>
            <a:r>
              <a:rPr lang="en-US" sz="1800" b="1" dirty="0">
                <a:solidFill>
                  <a:srgbClr val="002060"/>
                </a:solidFill>
                <a:latin typeface="Inter"/>
              </a:rPr>
              <a:t>What was achieved</a:t>
            </a:r>
          </a:p>
          <a:p>
            <a:pPr marL="152396"/>
            <a:endParaRPr lang="en-US" sz="1100" dirty="0">
              <a:solidFill>
                <a:srgbClr val="002060"/>
              </a:solidFill>
              <a:latin typeface="Inter"/>
            </a:endParaRPr>
          </a:p>
          <a:p>
            <a:pPr marL="438146" indent="-285750">
              <a:buFont typeface="Arial" panose="020B0604020202020204" pitchFamily="34" charset="0"/>
              <a:buChar char="•"/>
            </a:pPr>
            <a:r>
              <a:rPr lang="en-US" sz="1600" dirty="0">
                <a:solidFill>
                  <a:srgbClr val="002060"/>
                </a:solidFill>
                <a:latin typeface="Inter"/>
              </a:rPr>
              <a:t>Logistic regression was the best severity model </a:t>
            </a:r>
            <a:r>
              <a:rPr lang="en-US" sz="1600" b="1" dirty="0">
                <a:solidFill>
                  <a:srgbClr val="002060"/>
                </a:solidFill>
                <a:latin typeface="Inter"/>
              </a:rPr>
              <a:t>(ROC AUC: 0.570), </a:t>
            </a:r>
            <a:r>
              <a:rPr lang="en-US" sz="1600" dirty="0">
                <a:solidFill>
                  <a:srgbClr val="002060"/>
                </a:solidFill>
                <a:latin typeface="Inter"/>
              </a:rPr>
              <a:t>Decision Tree for survivor location </a:t>
            </a:r>
            <a:r>
              <a:rPr lang="en-US" sz="1600" b="1" dirty="0">
                <a:solidFill>
                  <a:srgbClr val="002060"/>
                </a:solidFill>
                <a:latin typeface="Inter"/>
              </a:rPr>
              <a:t>(ROC AUC: 0.518).</a:t>
            </a:r>
          </a:p>
          <a:p>
            <a:pPr marL="438146" indent="-285750">
              <a:buFont typeface="Arial" panose="020B0604020202020204" pitchFamily="34" charset="0"/>
              <a:buChar char="•"/>
            </a:pPr>
            <a:r>
              <a:rPr lang="en-US" sz="1600" dirty="0">
                <a:solidFill>
                  <a:srgbClr val="002060"/>
                </a:solidFill>
                <a:latin typeface="Inter"/>
              </a:rPr>
              <a:t>K-Means (k=7) identified 7 risk profiles – </a:t>
            </a:r>
            <a:r>
              <a:rPr lang="en-US" sz="1600" b="1" dirty="0">
                <a:solidFill>
                  <a:srgbClr val="002060"/>
                </a:solidFill>
                <a:latin typeface="Inter"/>
              </a:rPr>
              <a:t>Speed</a:t>
            </a:r>
            <a:r>
              <a:rPr lang="en-US" sz="1600" dirty="0">
                <a:solidFill>
                  <a:srgbClr val="002060"/>
                </a:solidFill>
                <a:latin typeface="Inter"/>
              </a:rPr>
              <a:t> and </a:t>
            </a:r>
            <a:r>
              <a:rPr lang="en-US" sz="1600" b="1" dirty="0">
                <a:solidFill>
                  <a:srgbClr val="002060"/>
                </a:solidFill>
                <a:latin typeface="Inter"/>
              </a:rPr>
              <a:t>Pilot Experience </a:t>
            </a:r>
            <a:r>
              <a:rPr lang="en-US" sz="1600" dirty="0">
                <a:solidFill>
                  <a:srgbClr val="002060"/>
                </a:solidFill>
                <a:latin typeface="Inter"/>
              </a:rPr>
              <a:t>were the dominant differentiating factors.</a:t>
            </a:r>
          </a:p>
          <a:p>
            <a:pPr marL="438146" indent="-285750">
              <a:buFont typeface="Arial" panose="020B0604020202020204" pitchFamily="34" charset="0"/>
              <a:buChar char="•"/>
            </a:pPr>
            <a:r>
              <a:rPr lang="en-US" sz="1600" b="1" dirty="0">
                <a:solidFill>
                  <a:srgbClr val="002060"/>
                </a:solidFill>
                <a:latin typeface="Inter"/>
              </a:rPr>
              <a:t>Threshold optimization </a:t>
            </a:r>
            <a:r>
              <a:rPr lang="en-US" sz="1600" dirty="0">
                <a:solidFill>
                  <a:srgbClr val="002060"/>
                </a:solidFill>
                <a:latin typeface="Inter"/>
              </a:rPr>
              <a:t>was applied to partially address </a:t>
            </a:r>
            <a:r>
              <a:rPr lang="en-US" sz="1600" b="1" dirty="0">
                <a:solidFill>
                  <a:srgbClr val="002060"/>
                </a:solidFill>
                <a:latin typeface="Inter"/>
              </a:rPr>
              <a:t>class imbalance.</a:t>
            </a:r>
          </a:p>
        </p:txBody>
      </p:sp>
      <p:sp>
        <p:nvSpPr>
          <p:cNvPr id="6" name="Text Placeholder 2">
            <a:extLst>
              <a:ext uri="{FF2B5EF4-FFF2-40B4-BE49-F238E27FC236}">
                <a16:creationId xmlns:a16="http://schemas.microsoft.com/office/drawing/2014/main" id="{459B7C63-CA4C-92D3-C88A-3CCC8EE60830}"/>
              </a:ext>
            </a:extLst>
          </p:cNvPr>
          <p:cNvSpPr txBox="1">
            <a:spLocks/>
          </p:cNvSpPr>
          <p:nvPr/>
        </p:nvSpPr>
        <p:spPr>
          <a:xfrm>
            <a:off x="734776" y="4724400"/>
            <a:ext cx="10689816" cy="1438176"/>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52396"/>
            <a:r>
              <a:rPr lang="en-US" sz="1800" b="1" dirty="0">
                <a:solidFill>
                  <a:srgbClr val="002060"/>
                </a:solidFill>
                <a:latin typeface="Inter"/>
              </a:rPr>
              <a:t>Key Takeaway</a:t>
            </a:r>
          </a:p>
          <a:p>
            <a:pPr marL="152396"/>
            <a:endParaRPr lang="en-US" sz="1100" dirty="0">
              <a:solidFill>
                <a:srgbClr val="002060"/>
              </a:solidFill>
              <a:latin typeface="Inter"/>
            </a:endParaRPr>
          </a:p>
          <a:p>
            <a:pPr marL="152396"/>
            <a:r>
              <a:rPr lang="en-US" sz="1600" dirty="0">
                <a:solidFill>
                  <a:srgbClr val="002060"/>
                </a:solidFill>
                <a:latin typeface="Inter"/>
              </a:rPr>
              <a:t>The models reflect genuine complexity in aviation accident data rather than failure, consistent with domain research showing accidents are multi causal. The pipeline built here is scalable and could deliver real predictive value when applied to richer, real world data.</a:t>
            </a:r>
          </a:p>
        </p:txBody>
      </p:sp>
    </p:spTree>
    <p:extLst>
      <p:ext uri="{BB962C8B-B14F-4D97-AF65-F5344CB8AC3E}">
        <p14:creationId xmlns:p14="http://schemas.microsoft.com/office/powerpoint/2010/main" val="3264267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66F4EC-E9E4-806B-31D8-8344C6387661}"/>
              </a:ext>
            </a:extLst>
          </p:cNvPr>
          <p:cNvSpPr>
            <a:spLocks noGrp="1"/>
          </p:cNvSpPr>
          <p:nvPr>
            <p:ph type="body" idx="1"/>
          </p:nvPr>
        </p:nvSpPr>
        <p:spPr>
          <a:xfrm>
            <a:off x="1088200" y="476672"/>
            <a:ext cx="10015600" cy="800000"/>
          </a:xfrm>
        </p:spPr>
        <p:txBody>
          <a:bodyPr/>
          <a:lstStyle/>
          <a:p>
            <a:r>
              <a:rPr lang="en-US" dirty="0"/>
              <a:t>References</a:t>
            </a:r>
            <a:endParaRPr lang="en-AE" dirty="0"/>
          </a:p>
        </p:txBody>
      </p:sp>
      <p:sp>
        <p:nvSpPr>
          <p:cNvPr id="3" name="TextBox 2">
            <a:extLst>
              <a:ext uri="{FF2B5EF4-FFF2-40B4-BE49-F238E27FC236}">
                <a16:creationId xmlns:a16="http://schemas.microsoft.com/office/drawing/2014/main" id="{7785494E-3A19-C3D5-F376-6601EF438DA0}"/>
              </a:ext>
            </a:extLst>
          </p:cNvPr>
          <p:cNvSpPr txBox="1"/>
          <p:nvPr/>
        </p:nvSpPr>
        <p:spPr>
          <a:xfrm>
            <a:off x="983432" y="1772816"/>
            <a:ext cx="10369152" cy="4031873"/>
          </a:xfrm>
          <a:prstGeom prst="rect">
            <a:avLst/>
          </a:prstGeom>
          <a:noFill/>
        </p:spPr>
        <p:txBody>
          <a:bodyPr wrap="square" rtlCol="0">
            <a:spAutoFit/>
          </a:bodyPr>
          <a:lstStyle/>
          <a:p>
            <a:pPr marL="342900" indent="-342900">
              <a:buAutoNum type="arabicPeriod"/>
            </a:pPr>
            <a:r>
              <a:rPr lang="en-US" sz="1600" dirty="0">
                <a:solidFill>
                  <a:srgbClr val="002060"/>
                </a:solidFill>
                <a:latin typeface="Inter"/>
              </a:rPr>
              <a:t>Baugh, B.S. (2020) Predicting General Aviation Accidents Using Machine Learning Algorithms. Doctoral dissertation. Embry-Riddle Aeronautical University. Available at: </a:t>
            </a:r>
            <a:r>
              <a:rPr lang="en-US" sz="1600" dirty="0">
                <a:solidFill>
                  <a:srgbClr val="002060"/>
                </a:solidFill>
                <a:latin typeface="Inter"/>
                <a:hlinkClick r:id="rId2">
                  <a:extLst>
                    <a:ext uri="{A12FA001-AC4F-418D-AE19-62706E023703}">
                      <ahyp:hlinkClr xmlns:ahyp="http://schemas.microsoft.com/office/drawing/2018/hyperlinkcolor" val="tx"/>
                    </a:ext>
                  </a:extLst>
                </a:hlinkClick>
              </a:rPr>
              <a:t>https://commons.erau.edu/edt/545/</a:t>
            </a:r>
            <a:r>
              <a:rPr lang="en-US" sz="1600" dirty="0">
                <a:solidFill>
                  <a:srgbClr val="002060"/>
                </a:solidFill>
                <a:latin typeface="Inter"/>
              </a:rPr>
              <a:t> (Accessed: 5 May 2026).</a:t>
            </a:r>
          </a:p>
          <a:p>
            <a:pPr marL="342900" indent="-342900">
              <a:buAutoNum type="arabicPeriod"/>
            </a:pPr>
            <a:r>
              <a:rPr lang="en-US" sz="1600" dirty="0">
                <a:solidFill>
                  <a:srgbClr val="002060"/>
                </a:solidFill>
                <a:latin typeface="Inter"/>
              </a:rPr>
              <a:t>Demir, G., Moslem, S. and </a:t>
            </a:r>
            <a:r>
              <a:rPr lang="en-US" sz="1600" dirty="0" err="1">
                <a:solidFill>
                  <a:srgbClr val="002060"/>
                </a:solidFill>
                <a:latin typeface="Inter"/>
              </a:rPr>
              <a:t>Duleba</a:t>
            </a:r>
            <a:r>
              <a:rPr lang="en-US" sz="1600" dirty="0">
                <a:solidFill>
                  <a:srgbClr val="002060"/>
                </a:solidFill>
                <a:latin typeface="Inter"/>
              </a:rPr>
              <a:t>, S. (2024) 'Artificial Intelligence in Aviation Safety: Systematic Review and Biometric Analysis', International Journal of Computational Intelligence Systems, 17(1), article 279. DOI: </a:t>
            </a:r>
            <a:r>
              <a:rPr lang="en-US" sz="1600" dirty="0">
                <a:solidFill>
                  <a:srgbClr val="002060"/>
                </a:solidFill>
                <a:latin typeface="Inter"/>
                <a:hlinkClick r:id="rId3">
                  <a:extLst>
                    <a:ext uri="{A12FA001-AC4F-418D-AE19-62706E023703}">
                      <ahyp:hlinkClr xmlns:ahyp="http://schemas.microsoft.com/office/drawing/2018/hyperlinkcolor" val="tx"/>
                    </a:ext>
                  </a:extLst>
                </a:hlinkClick>
              </a:rPr>
              <a:t>https://doi.org/10.1007/s44196-024-00671-w</a:t>
            </a:r>
            <a:endParaRPr lang="en-US" sz="1600" dirty="0">
              <a:solidFill>
                <a:srgbClr val="002060"/>
              </a:solidFill>
              <a:latin typeface="Inter"/>
            </a:endParaRPr>
          </a:p>
          <a:p>
            <a:pPr marL="342900" indent="-342900">
              <a:buFont typeface="+mj-lt"/>
              <a:buAutoNum type="arabicPeriod"/>
            </a:pPr>
            <a:r>
              <a:rPr lang="en-US" sz="1600" dirty="0">
                <a:solidFill>
                  <a:srgbClr val="002060"/>
                </a:solidFill>
                <a:latin typeface="Inter"/>
              </a:rPr>
              <a:t>IATA (2024a). 2024 Full Year Accident Update. [online] Available at: </a:t>
            </a:r>
            <a:r>
              <a:rPr lang="en-US" sz="1600" dirty="0">
                <a:solidFill>
                  <a:srgbClr val="002060"/>
                </a:solidFill>
                <a:latin typeface="Inter"/>
                <a:hlinkClick r:id="rId4">
                  <a:extLst>
                    <a:ext uri="{A12FA001-AC4F-418D-AE19-62706E023703}">
                      <ahyp:hlinkClr xmlns:ahyp="http://schemas.microsoft.com/office/drawing/2018/hyperlinkcolor" val="tx"/>
                    </a:ext>
                  </a:extLst>
                </a:hlinkClick>
              </a:rPr>
              <a:t>https://www.iata.org/contentassets/4d18cb077c5e419b8a888d387a50c638/iata-safety-report-2024-fy_final.pdf</a:t>
            </a:r>
            <a:r>
              <a:rPr lang="en-US" sz="1600" dirty="0">
                <a:solidFill>
                  <a:srgbClr val="002060"/>
                </a:solidFill>
                <a:latin typeface="Inter"/>
              </a:rPr>
              <a:t>.</a:t>
            </a:r>
          </a:p>
          <a:p>
            <a:pPr marL="342900" indent="-342900">
              <a:buFont typeface="+mj-lt"/>
              <a:buAutoNum type="arabicPeriod"/>
            </a:pPr>
            <a:r>
              <a:rPr lang="en-US" sz="1600" dirty="0">
                <a:solidFill>
                  <a:srgbClr val="002060"/>
                </a:solidFill>
                <a:latin typeface="Inter"/>
              </a:rPr>
              <a:t>IATA (2024b). IATA Releases 2024 Safety Report. [online] Iata.org. Available at: </a:t>
            </a:r>
            <a:r>
              <a:rPr lang="en-US" sz="1600" dirty="0">
                <a:solidFill>
                  <a:srgbClr val="002060"/>
                </a:solidFill>
                <a:latin typeface="Inter"/>
                <a:hlinkClick r:id="rId5">
                  <a:extLst>
                    <a:ext uri="{A12FA001-AC4F-418D-AE19-62706E023703}">
                      <ahyp:hlinkClr xmlns:ahyp="http://schemas.microsoft.com/office/drawing/2018/hyperlinkcolor" val="tx"/>
                    </a:ext>
                  </a:extLst>
                </a:hlinkClick>
              </a:rPr>
              <a:t>https://www.iata.org/en/pressroom/2025-releases/2025-02-26-01/</a:t>
            </a:r>
            <a:r>
              <a:rPr lang="en-US" sz="1600" dirty="0">
                <a:solidFill>
                  <a:srgbClr val="002060"/>
                </a:solidFill>
                <a:latin typeface="Inter"/>
              </a:rPr>
              <a:t>.</a:t>
            </a:r>
          </a:p>
          <a:p>
            <a:pPr marL="342900" indent="-342900">
              <a:buFont typeface="+mj-lt"/>
              <a:buAutoNum type="arabicPeriod"/>
            </a:pPr>
            <a:r>
              <a:rPr lang="en-US" sz="1600" dirty="0">
                <a:solidFill>
                  <a:srgbClr val="002060"/>
                </a:solidFill>
                <a:latin typeface="Inter"/>
              </a:rPr>
              <a:t>International Civil Aviation Organization (ICAO) (2025) Report of the twenty third meeting of the Asia Pacific Regional Aviation Safety Team (APRAST/23). Bangkok: ICAO Asia and Pacific Office. Available at: </a:t>
            </a:r>
            <a:r>
              <a:rPr lang="en-US" sz="1600" dirty="0">
                <a:solidFill>
                  <a:srgbClr val="002060"/>
                </a:solidFill>
                <a:latin typeface="Inter"/>
                <a:hlinkClick r:id="rId6">
                  <a:extLst>
                    <a:ext uri="{A12FA001-AC4F-418D-AE19-62706E023703}">
                      <ahyp:hlinkClr xmlns:ahyp="http://schemas.microsoft.com/office/drawing/2018/hyperlinkcolor" val="tx"/>
                    </a:ext>
                  </a:extLst>
                </a:hlinkClick>
              </a:rPr>
              <a:t>https://www.icao.int/sites/default/files/APAC/Meetings/2025/2025%20APRAST23/1-Report/Final-Report-of-the-APRAST23.pdf</a:t>
            </a:r>
            <a:r>
              <a:rPr lang="en-US" sz="1600" dirty="0">
                <a:solidFill>
                  <a:srgbClr val="002060"/>
                </a:solidFill>
                <a:latin typeface="Inter"/>
              </a:rPr>
              <a:t> (Accessed: 4 May 2026).</a:t>
            </a:r>
          </a:p>
          <a:p>
            <a:pPr marL="342900" indent="-342900">
              <a:buFont typeface="+mj-lt"/>
              <a:buAutoNum type="arabicPeriod"/>
            </a:pPr>
            <a:r>
              <a:rPr lang="en-US" sz="1600" dirty="0">
                <a:solidFill>
                  <a:srgbClr val="002060"/>
                </a:solidFill>
                <a:latin typeface="Inter"/>
              </a:rPr>
              <a:t>Sheffield, E., Lee, S.-Y. and Zhang, Y. (2025). A systematic review of general aviation accident factors, effects and prevention. Journal of Air Transport Management, [online] 128, p.102859. DOI: </a:t>
            </a:r>
            <a:r>
              <a:rPr lang="en-US" sz="1600" dirty="0">
                <a:solidFill>
                  <a:srgbClr val="002060"/>
                </a:solidFill>
                <a:latin typeface="Inter"/>
                <a:hlinkClick r:id="rId7">
                  <a:extLst>
                    <a:ext uri="{A12FA001-AC4F-418D-AE19-62706E023703}">
                      <ahyp:hlinkClr xmlns:ahyp="http://schemas.microsoft.com/office/drawing/2018/hyperlinkcolor" val="tx"/>
                    </a:ext>
                  </a:extLst>
                </a:hlinkClick>
              </a:rPr>
              <a:t>https://doi.org/10.1016/j.jairtraman.2025.102859</a:t>
            </a:r>
            <a:endParaRPr lang="en-US" sz="1600" dirty="0">
              <a:solidFill>
                <a:srgbClr val="002060"/>
              </a:solidFill>
              <a:latin typeface="Inter"/>
            </a:endParaRPr>
          </a:p>
        </p:txBody>
      </p:sp>
    </p:spTree>
    <p:extLst>
      <p:ext uri="{BB962C8B-B14F-4D97-AF65-F5344CB8AC3E}">
        <p14:creationId xmlns:p14="http://schemas.microsoft.com/office/powerpoint/2010/main" val="725634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62"/>
          <p:cNvSpPr txBox="1">
            <a:spLocks noGrp="1"/>
          </p:cNvSpPr>
          <p:nvPr>
            <p:ph type="title"/>
          </p:nvPr>
        </p:nvSpPr>
        <p:spPr>
          <a:xfrm>
            <a:off x="2123603" y="4473465"/>
            <a:ext cx="7954800" cy="1082800"/>
          </a:xfrm>
          <a:prstGeom prst="rect">
            <a:avLst/>
          </a:prstGeom>
        </p:spPr>
        <p:txBody>
          <a:bodyPr spcFirstLastPara="1" wrap="square" lIns="121900" tIns="121900" rIns="121900" bIns="121900" anchor="ctr" anchorCtr="0">
            <a:noAutofit/>
          </a:bodyPr>
          <a:lstStyle/>
          <a:p>
            <a:r>
              <a:rPr lang="en" dirty="0"/>
              <a:t>Thank You</a:t>
            </a:r>
            <a:endParaRPr dirty="0"/>
          </a:p>
        </p:txBody>
      </p:sp>
      <p:sp>
        <p:nvSpPr>
          <p:cNvPr id="866" name="Google Shape;866;p62"/>
          <p:cNvSpPr txBox="1">
            <a:spLocks noGrp="1"/>
          </p:cNvSpPr>
          <p:nvPr>
            <p:ph type="subTitle" idx="1"/>
          </p:nvPr>
        </p:nvSpPr>
        <p:spPr>
          <a:xfrm>
            <a:off x="3134203" y="5603732"/>
            <a:ext cx="5933600" cy="539600"/>
          </a:xfrm>
          <a:prstGeom prst="rect">
            <a:avLst/>
          </a:prstGeom>
        </p:spPr>
        <p:txBody>
          <a:bodyPr spcFirstLastPara="1" wrap="square" lIns="121900" tIns="121900" rIns="121900" bIns="121900" anchor="ctr" anchorCtr="0">
            <a:noAutofit/>
          </a:bodyPr>
          <a:lstStyle/>
          <a:p>
            <a:pPr marL="0" indent="0"/>
            <a:r>
              <a:rPr lang="en-US" dirty="0"/>
              <a:t>Thank you for flying with MSO4803 Analytics — we hope your experience was smooth and your data was clean.</a:t>
            </a:r>
            <a:endParaRPr dirty="0"/>
          </a:p>
        </p:txBody>
      </p:sp>
      <p:sp>
        <p:nvSpPr>
          <p:cNvPr id="867" name="Google Shape;867;p62"/>
          <p:cNvSpPr txBox="1">
            <a:spLocks noGrp="1"/>
          </p:cNvSpPr>
          <p:nvPr>
            <p:ph type="title" idx="2"/>
          </p:nvPr>
        </p:nvSpPr>
        <p:spPr>
          <a:xfrm>
            <a:off x="4596685" y="3383467"/>
            <a:ext cx="2998629" cy="988400"/>
          </a:xfrm>
          <a:prstGeom prst="rect">
            <a:avLst/>
          </a:prstGeom>
        </p:spPr>
        <p:txBody>
          <a:bodyPr spcFirstLastPara="1" wrap="square" lIns="121900" tIns="121900" rIns="121900" bIns="121900" anchor="ctr" anchorCtr="0">
            <a:noAutofit/>
          </a:bodyPr>
          <a:lstStyle/>
          <a:p>
            <a:r>
              <a:rPr lang="en" dirty="0"/>
              <a:t>0.058</a:t>
            </a:r>
            <a:endParaRPr dirty="0"/>
          </a:p>
        </p:txBody>
      </p:sp>
      <p:pic>
        <p:nvPicPr>
          <p:cNvPr id="868" name="Google Shape;868;p62"/>
          <p:cNvPicPr preferRelativeResize="0"/>
          <p:nvPr/>
        </p:nvPicPr>
        <p:blipFill>
          <a:blip r:embed="rId3">
            <a:alphaModFix/>
          </a:blip>
          <a:stretch>
            <a:fillRect/>
          </a:stretch>
        </p:blipFill>
        <p:spPr>
          <a:xfrm>
            <a:off x="2427737" y="403034"/>
            <a:ext cx="7346532" cy="2433333"/>
          </a:xfrm>
          <a:prstGeom prst="rect">
            <a:avLst/>
          </a:prstGeom>
          <a:noFill/>
          <a:ln>
            <a:noFill/>
          </a:ln>
        </p:spPr>
      </p:pic>
    </p:spTree>
    <p:extLst>
      <p:ext uri="{BB962C8B-B14F-4D97-AF65-F5344CB8AC3E}">
        <p14:creationId xmlns:p14="http://schemas.microsoft.com/office/powerpoint/2010/main" val="3287716087"/>
      </p:ext>
    </p:extLst>
  </p:cSld>
  <p:clrMapOvr>
    <a:masterClrMapping/>
  </p:clrMapOvr>
</p:sld>
</file>

<file path=ppt/theme/theme1.xml><?xml version="1.0" encoding="utf-8"?>
<a:theme xmlns:a="http://schemas.openxmlformats.org/drawingml/2006/main" name="Airline Business Plan by Slidesgo">
  <a:themeElements>
    <a:clrScheme name="Simple Light">
      <a:dk1>
        <a:srgbClr val="302C3E"/>
      </a:dk1>
      <a:lt1>
        <a:srgbClr val="F6F6F6"/>
      </a:lt1>
      <a:dk2>
        <a:srgbClr val="157DD9"/>
      </a:dk2>
      <a:lt2>
        <a:srgbClr val="FFFFFF"/>
      </a:lt2>
      <a:accent1>
        <a:srgbClr val="FFFFFF"/>
      </a:accent1>
      <a:accent2>
        <a:srgbClr val="FFFFFF"/>
      </a:accent2>
      <a:accent3>
        <a:srgbClr val="FFFFFF"/>
      </a:accent3>
      <a:accent4>
        <a:srgbClr val="FFFFFF"/>
      </a:accent4>
      <a:accent5>
        <a:srgbClr val="FFFFFF"/>
      </a:accent5>
      <a:accent6>
        <a:srgbClr val="FFFFFF"/>
      </a:accent6>
      <a:hlink>
        <a:srgbClr val="302C3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Airline Business Plan by Slidesgo</Template>
  <TotalTime>4118</TotalTime>
  <Words>2491</Words>
  <Application>Microsoft Office PowerPoint</Application>
  <PresentationFormat>Widescreen</PresentationFormat>
  <Paragraphs>167</Paragraphs>
  <Slides>20</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Arial</vt:lpstr>
      <vt:lpstr>Inter</vt:lpstr>
      <vt:lpstr>Manrope</vt:lpstr>
      <vt:lpstr>Proxima Nova</vt:lpstr>
      <vt:lpstr>Source Sans Pro</vt:lpstr>
      <vt:lpstr>Airline Business Plan by Slidesgo</vt:lpstr>
      <vt:lpstr>Slidesgo Final Pages</vt:lpstr>
      <vt:lpstr>AI Lifecycle Aviation Accident</vt:lpstr>
      <vt:lpstr>Table of Contents</vt:lpstr>
      <vt:lpstr>Introduction + Use-case</vt:lpstr>
      <vt:lpstr>Domain Knowledge</vt:lpstr>
      <vt:lpstr>Data Preparation – Prepare Recipe in Dataiku</vt:lpstr>
      <vt:lpstr>Train/Test Split – Dataiku Split Recipe</vt:lpstr>
      <vt:lpstr>Visualizations</vt:lpstr>
      <vt:lpstr>Visualizations</vt:lpstr>
      <vt:lpstr>Visualizations</vt:lpstr>
      <vt:lpstr>Model 1 – Severity Prediction</vt:lpstr>
      <vt:lpstr>PowerPoint Presentation</vt:lpstr>
      <vt:lpstr>Model 2 – Majority Survivor Location</vt:lpstr>
      <vt:lpstr>PowerPoint Presentation</vt:lpstr>
      <vt:lpstr>Clustering</vt:lpstr>
      <vt:lpstr>Clustering</vt:lpstr>
      <vt:lpstr>Model Limitations</vt:lpstr>
      <vt:lpstr>Future Product Automation</vt:lpstr>
      <vt:lpstr>Conclusion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Sameeksha Mathur</dc:creator>
  <cp:lastModifiedBy>Sameeksha Mathur</cp:lastModifiedBy>
  <cp:revision>17</cp:revision>
  <dcterms:created xsi:type="dcterms:W3CDTF">2026-04-25T14:16:16Z</dcterms:created>
  <dcterms:modified xsi:type="dcterms:W3CDTF">2026-05-05T20:07:26Z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